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handoutMasterIdLst>
    <p:handoutMasterId r:id="rId21"/>
  </p:handoutMasterIdLst>
  <p:sldIdLst>
    <p:sldId id="277" r:id="rId2"/>
    <p:sldId id="491" r:id="rId3"/>
    <p:sldId id="333" r:id="rId4"/>
    <p:sldId id="413" r:id="rId5"/>
    <p:sldId id="374" r:id="rId6"/>
    <p:sldId id="490" r:id="rId7"/>
    <p:sldId id="418" r:id="rId8"/>
    <p:sldId id="492" r:id="rId9"/>
    <p:sldId id="493" r:id="rId10"/>
    <p:sldId id="496" r:id="rId11"/>
    <p:sldId id="494" r:id="rId12"/>
    <p:sldId id="495" r:id="rId13"/>
    <p:sldId id="497" r:id="rId14"/>
    <p:sldId id="498" r:id="rId15"/>
    <p:sldId id="499" r:id="rId16"/>
    <p:sldId id="500" r:id="rId17"/>
    <p:sldId id="501" r:id="rId18"/>
    <p:sldId id="293" r:id="rId19"/>
  </p:sldIdLst>
  <p:sldSz cx="12192000" cy="6858000"/>
  <p:notesSz cx="6858000" cy="9144000"/>
  <p:embeddedFontLst>
    <p:embeddedFont>
      <p:font typeface="Courgette" panose="020B0604020202020204" charset="0"/>
      <p:regular r:id="rId22"/>
    </p:embeddedFont>
    <p:embeddedFont>
      <p:font typeface="DM Serif Display" panose="020B0604020202020204" charset="0"/>
      <p:regular r:id="rId23"/>
      <p:italic r:id="rId24"/>
    </p:embeddedFont>
    <p:embeddedFont>
      <p:font typeface="Malgun Gothic" panose="020B0503020000020004" pitchFamily="34" charset="-127"/>
      <p:regular r:id="rId25"/>
      <p:bold r:id="rId26"/>
    </p:embeddedFont>
    <p:embeddedFont>
      <p:font typeface="Montserrat Light" panose="020B0604020202020204" charset="-52"/>
      <p:regular r:id="rId27"/>
      <p:italic r:id="rId28"/>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7D5"/>
    <a:srgbClr val="FFFFFF"/>
    <a:srgbClr val="9CC84F"/>
    <a:srgbClr val="E03142"/>
    <a:srgbClr val="8E80FF"/>
    <a:srgbClr val="558AFC"/>
    <a:srgbClr val="F3BCB2"/>
    <a:srgbClr val="52BABE"/>
    <a:srgbClr val="FAF8EA"/>
    <a:srgbClr val="A0D2D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81" autoAdjust="0"/>
    <p:restoredTop sz="94660"/>
  </p:normalViewPr>
  <p:slideViewPr>
    <p:cSldViewPr snapToGrid="0">
      <p:cViewPr>
        <p:scale>
          <a:sx n="75" d="100"/>
          <a:sy n="75" d="100"/>
        </p:scale>
        <p:origin x="994" y="31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p:cViewPr varScale="1">
        <p:scale>
          <a:sx n="87" d="100"/>
          <a:sy n="87" d="100"/>
        </p:scale>
        <p:origin x="298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247FDBB1-5EC9-40FD-9A36-D4E35C581F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AF663819-6E29-4FB7-BF1C-93C4B4D7692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45FC5A-1932-4642-9CF8-618CD292DDF6}" type="datetimeFigureOut">
              <a:rPr lang="ko-KR" altLang="en-US" smtClean="0"/>
              <a:t>2026-05-28</a:t>
            </a:fld>
            <a:endParaRPr lang="ko-KR" altLang="en-US"/>
          </a:p>
        </p:txBody>
      </p:sp>
      <p:sp>
        <p:nvSpPr>
          <p:cNvPr id="4" name="바닥글 개체 틀 3">
            <a:extLst>
              <a:ext uri="{FF2B5EF4-FFF2-40B4-BE49-F238E27FC236}">
                <a16:creationId xmlns:a16="http://schemas.microsoft.com/office/drawing/2014/main" id="{B6AF1716-40E8-4512-B252-D7362A0E949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0EE3C99E-C3C0-40AD-AD91-8E96E8F586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E986696-F86F-4066-9FDD-77F2B013FA08}" type="slidenum">
              <a:rPr lang="ko-KR" altLang="en-US" smtClean="0"/>
              <a:t>‹#›</a:t>
            </a:fld>
            <a:endParaRPr lang="ko-KR" altLang="en-US"/>
          </a:p>
        </p:txBody>
      </p:sp>
    </p:spTree>
    <p:extLst>
      <p:ext uri="{BB962C8B-B14F-4D97-AF65-F5344CB8AC3E}">
        <p14:creationId xmlns:p14="http://schemas.microsoft.com/office/powerpoint/2010/main" val="21285924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5A49F08-9100-4AF5-BC0A-FC6A093BE3CC}" type="datetimeFigureOut">
              <a:rPr lang="ko-KR" altLang="en-US" smtClean="0"/>
              <a:t>2026-05-28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8FC7D2-309F-4B1D-AF63-DB3D4B544859}" type="slidenum">
              <a:rPr lang="ko-KR" altLang="en-US" smtClean="0"/>
              <a:t>‹#›</a:t>
            </a:fld>
            <a:endParaRPr lang="ko-KR" altLang="en-US"/>
          </a:p>
        </p:txBody>
      </p:sp>
    </p:spTree>
    <p:extLst>
      <p:ext uri="{BB962C8B-B14F-4D97-AF65-F5344CB8AC3E}">
        <p14:creationId xmlns:p14="http://schemas.microsoft.com/office/powerpoint/2010/main" val="3717933522"/>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pptmon.com/" TargetMode="External"/><Relationship Id="rId7" Type="http://schemas.openxmlformats.org/officeDocument/2006/relationships/hyperlink" Target="http://www.pptmon.com/" TargetMode="Externa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pptmon.com/" TargetMode="External"/><Relationship Id="rId5" Type="http://schemas.openxmlformats.org/officeDocument/2006/relationships/image" Target="../media/image3.svg"/><Relationship Id="rId4"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pptmon.com/" TargetMode="External"/><Relationship Id="rId1" Type="http://schemas.openxmlformats.org/officeDocument/2006/relationships/slideMaster" Target="../slideMasters/slideMaster1.xml"/><Relationship Id="rId6" Type="http://schemas.openxmlformats.org/officeDocument/2006/relationships/hyperlink" Target="http://www.pptmon.com/" TargetMode="External"/><Relationship Id="rId5" Type="http://schemas.openxmlformats.org/officeDocument/2006/relationships/hyperlink" Target="https://pptmon.com/" TargetMode="External"/><Relationship Id="rId4" Type="http://schemas.openxmlformats.org/officeDocument/2006/relationships/image" Target="../media/image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PTMON title">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65EA0A72-A63C-4770-B3A5-757EABE2E0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4" name="Graphic 3">
            <a:hlinkClick r:id="rId3"/>
            <a:extLst>
              <a:ext uri="{FF2B5EF4-FFF2-40B4-BE49-F238E27FC236}">
                <a16:creationId xmlns:a16="http://schemas.microsoft.com/office/drawing/2014/main" id="{6067111E-827B-4D4A-9DFF-1B9DA813C582}"/>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5" name="TextBox 4">
            <a:hlinkClick r:id="rId6"/>
            <a:extLst>
              <a:ext uri="{FF2B5EF4-FFF2-40B4-BE49-F238E27FC236}">
                <a16:creationId xmlns:a16="http://schemas.microsoft.com/office/drawing/2014/main" id="{0755FDFD-1795-4EA0-B3E0-B3BB9B9452AE}"/>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
        <p:nvSpPr>
          <p:cNvPr id="11" name="사각형: 둥근 모서리 10">
            <a:extLst>
              <a:ext uri="{FF2B5EF4-FFF2-40B4-BE49-F238E27FC236}">
                <a16:creationId xmlns:a16="http://schemas.microsoft.com/office/drawing/2014/main" id="{3119400B-B160-42A6-85CD-09684CEB74C2}"/>
              </a:ext>
            </a:extLst>
          </p:cNvPr>
          <p:cNvSpPr/>
          <p:nvPr userDrawn="1"/>
        </p:nvSpPr>
        <p:spPr>
          <a:xfrm>
            <a:off x="1193800" y="750771"/>
            <a:ext cx="9804400" cy="2678229"/>
          </a:xfrm>
          <a:prstGeom prst="roundRect">
            <a:avLst>
              <a:gd name="adj" fmla="val 8903"/>
            </a:avLst>
          </a:prstGeom>
          <a:solidFill>
            <a:schemeClr val="bg1">
              <a:alpha val="50000"/>
            </a:schemeClr>
          </a:solidFill>
          <a:ln w="3175" cap="flat">
            <a:solidFill>
              <a:schemeClr val="bg1"/>
            </a:solidFill>
            <a:prstDash val="solid"/>
            <a:miter/>
          </a:ln>
        </p:spPr>
        <p:txBody>
          <a:bodyPr rtlCol="0" anchor="ctr"/>
          <a:lstStyle/>
          <a:p>
            <a:pPr algn="ctr"/>
            <a:endParaRPr lang="ko-KR" altLang="en-US" sz="2400" dirty="0">
              <a:latin typeface="+mj-lt"/>
            </a:endParaRPr>
          </a:p>
        </p:txBody>
      </p:sp>
    </p:spTree>
    <p:extLst>
      <p:ext uri="{BB962C8B-B14F-4D97-AF65-F5344CB8AC3E}">
        <p14:creationId xmlns:p14="http://schemas.microsoft.com/office/powerpoint/2010/main" val="2549487871"/>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PTMON title">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681A58CD-AC2A-4B21-BF2B-5B6CDAAAF17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사각형: 둥근 모서리 10">
            <a:extLst>
              <a:ext uri="{FF2B5EF4-FFF2-40B4-BE49-F238E27FC236}">
                <a16:creationId xmlns:a16="http://schemas.microsoft.com/office/drawing/2014/main" id="{843F64E5-8307-4778-A8CD-AF96927E55EA}"/>
              </a:ext>
            </a:extLst>
          </p:cNvPr>
          <p:cNvSpPr/>
          <p:nvPr userDrawn="1"/>
        </p:nvSpPr>
        <p:spPr>
          <a:xfrm>
            <a:off x="6096000" y="1674124"/>
            <a:ext cx="5705796" cy="3509752"/>
          </a:xfrm>
          <a:prstGeom prst="roundRect">
            <a:avLst>
              <a:gd name="adj" fmla="val 11239"/>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solidFill>
                <a:schemeClr val="tx1"/>
              </a:solidFill>
              <a:latin typeface="+mj-lt"/>
            </a:endParaRPr>
          </a:p>
        </p:txBody>
      </p:sp>
      <p:pic>
        <p:nvPicPr>
          <p:cNvPr id="12" name="Graphic 3">
            <a:hlinkClick r:id="rId3"/>
            <a:extLst>
              <a:ext uri="{FF2B5EF4-FFF2-40B4-BE49-F238E27FC236}">
                <a16:creationId xmlns:a16="http://schemas.microsoft.com/office/drawing/2014/main" id="{C48D7333-5F32-4640-8B8C-D58C4E255E7F}"/>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5" name="TextBox 14">
            <a:hlinkClick r:id="rId6"/>
            <a:extLst>
              <a:ext uri="{FF2B5EF4-FFF2-40B4-BE49-F238E27FC236}">
                <a16:creationId xmlns:a16="http://schemas.microsoft.com/office/drawing/2014/main" id="{8EC40698-0B85-4544-83BC-37A1B0A3ECC2}"/>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945162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PPTMON slide">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8C66D671-3691-476E-823D-0C7BB563123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Graphic 3">
            <a:hlinkClick r:id="rId3"/>
            <a:extLst>
              <a:ext uri="{FF2B5EF4-FFF2-40B4-BE49-F238E27FC236}">
                <a16:creationId xmlns:a16="http://schemas.microsoft.com/office/drawing/2014/main" id="{05665CEA-66A9-401E-A2F7-1D6F1D07FAD9}"/>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2" name="TextBox 11">
            <a:hlinkClick r:id="rId6"/>
            <a:extLst>
              <a:ext uri="{FF2B5EF4-FFF2-40B4-BE49-F238E27FC236}">
                <a16:creationId xmlns:a16="http://schemas.microsoft.com/office/drawing/2014/main" id="{9BD044C8-D8A1-40E3-94B0-63E6BDBBF008}"/>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4664346"/>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PPTMON slide">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13312640-07C9-45D3-9B31-7992E7D884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Graphic 3">
            <a:hlinkClick r:id="rId3"/>
            <a:extLst>
              <a:ext uri="{FF2B5EF4-FFF2-40B4-BE49-F238E27FC236}">
                <a16:creationId xmlns:a16="http://schemas.microsoft.com/office/drawing/2014/main" id="{A77EA216-5A63-4060-B428-778304101AF7}"/>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2" name="TextBox 11">
            <a:hlinkClick r:id="rId6"/>
            <a:extLst>
              <a:ext uri="{FF2B5EF4-FFF2-40B4-BE49-F238E27FC236}">
                <a16:creationId xmlns:a16="http://schemas.microsoft.com/office/drawing/2014/main" id="{9F761986-1CE8-4117-AA98-804BAF727738}"/>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71975446"/>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PPTMON slide">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AF8BE264-929F-4591-8481-0E3AEDB9A3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Graphic 3">
            <a:hlinkClick r:id="rId3"/>
            <a:extLst>
              <a:ext uri="{FF2B5EF4-FFF2-40B4-BE49-F238E27FC236}">
                <a16:creationId xmlns:a16="http://schemas.microsoft.com/office/drawing/2014/main" id="{6E9ABC77-14F3-4760-9F6B-B05EFE149CA3}"/>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2" name="TextBox 11">
            <a:hlinkClick r:id="rId6"/>
            <a:extLst>
              <a:ext uri="{FF2B5EF4-FFF2-40B4-BE49-F238E27FC236}">
                <a16:creationId xmlns:a16="http://schemas.microsoft.com/office/drawing/2014/main" id="{7D777358-0E0E-4960-A9C8-7B4021ACFD7C}"/>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33189716"/>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PPTMON slide">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7068A661-7274-4558-AA35-A75EAFD71A2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11" name="Graphic 3">
            <a:hlinkClick r:id="rId3"/>
            <a:extLst>
              <a:ext uri="{FF2B5EF4-FFF2-40B4-BE49-F238E27FC236}">
                <a16:creationId xmlns:a16="http://schemas.microsoft.com/office/drawing/2014/main" id="{B76C901F-3DE4-488E-ADDD-B7919267100F}"/>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2" name="TextBox 11">
            <a:hlinkClick r:id="rId6"/>
            <a:extLst>
              <a:ext uri="{FF2B5EF4-FFF2-40B4-BE49-F238E27FC236}">
                <a16:creationId xmlns:a16="http://schemas.microsoft.com/office/drawing/2014/main" id="{F31EA0C4-827B-45DF-8F2F-7CCAB60A9D3C}"/>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122646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PPTMON slide">
    <p:spTree>
      <p:nvGrpSpPr>
        <p:cNvPr id="1" name=""/>
        <p:cNvGrpSpPr/>
        <p:nvPr/>
      </p:nvGrpSpPr>
      <p:grpSpPr>
        <a:xfrm>
          <a:off x="0" y="0"/>
          <a:ext cx="0" cy="0"/>
          <a:chOff x="0" y="0"/>
          <a:chExt cx="0" cy="0"/>
        </a:xfrm>
      </p:grpSpPr>
      <p:pic>
        <p:nvPicPr>
          <p:cNvPr id="19" name="그림 18">
            <a:extLst>
              <a:ext uri="{FF2B5EF4-FFF2-40B4-BE49-F238E27FC236}">
                <a16:creationId xmlns:a16="http://schemas.microsoft.com/office/drawing/2014/main" id="{3D395443-45ED-4B6B-8285-8EB132A9DDF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사각형: 둥근 모서리 10">
            <a:extLst>
              <a:ext uri="{FF2B5EF4-FFF2-40B4-BE49-F238E27FC236}">
                <a16:creationId xmlns:a16="http://schemas.microsoft.com/office/drawing/2014/main" id="{DDF871CE-5901-47EE-AFC1-9486C5408F25}"/>
              </a:ext>
            </a:extLst>
          </p:cNvPr>
          <p:cNvSpPr/>
          <p:nvPr userDrawn="1"/>
        </p:nvSpPr>
        <p:spPr>
          <a:xfrm>
            <a:off x="719400" y="720000"/>
            <a:ext cx="5721313" cy="5418000"/>
          </a:xfrm>
          <a:prstGeom prst="roundRect">
            <a:avLst>
              <a:gd name="adj" fmla="val 6588"/>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latin typeface="+mj-lt"/>
            </a:endParaRPr>
          </a:p>
        </p:txBody>
      </p:sp>
      <p:sp>
        <p:nvSpPr>
          <p:cNvPr id="12" name="사각형: 둥근 모서리 11">
            <a:extLst>
              <a:ext uri="{FF2B5EF4-FFF2-40B4-BE49-F238E27FC236}">
                <a16:creationId xmlns:a16="http://schemas.microsoft.com/office/drawing/2014/main" id="{205A0270-D672-41EB-8D06-16FF0480C517}"/>
              </a:ext>
            </a:extLst>
          </p:cNvPr>
          <p:cNvSpPr/>
          <p:nvPr userDrawn="1"/>
        </p:nvSpPr>
        <p:spPr>
          <a:xfrm>
            <a:off x="7010400" y="720000"/>
            <a:ext cx="4462200" cy="5418000"/>
          </a:xfrm>
          <a:prstGeom prst="roundRect">
            <a:avLst>
              <a:gd name="adj" fmla="val 6588"/>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latin typeface="+mj-lt"/>
            </a:endParaRPr>
          </a:p>
        </p:txBody>
      </p:sp>
      <p:sp>
        <p:nvSpPr>
          <p:cNvPr id="13" name="그림 개체 틀 4">
            <a:extLst>
              <a:ext uri="{FF2B5EF4-FFF2-40B4-BE49-F238E27FC236}">
                <a16:creationId xmlns:a16="http://schemas.microsoft.com/office/drawing/2014/main" id="{30544917-5635-40CD-BEAD-751FA919E847}"/>
              </a:ext>
            </a:extLst>
          </p:cNvPr>
          <p:cNvSpPr>
            <a:spLocks noGrp="1"/>
          </p:cNvSpPr>
          <p:nvPr>
            <p:ph type="pic" sz="quarter" idx="10" hasCustomPrompt="1"/>
          </p:nvPr>
        </p:nvSpPr>
        <p:spPr>
          <a:xfrm>
            <a:off x="7549500" y="1260000"/>
            <a:ext cx="3384000" cy="4338000"/>
          </a:xfrm>
          <a:prstGeom prst="roundRect">
            <a:avLst>
              <a:gd name="adj" fmla="val 3858"/>
            </a:avLst>
          </a:prstGeom>
          <a:pattFill prst="pct10">
            <a:fgClr>
              <a:schemeClr val="bg1">
                <a:lumMod val="75000"/>
              </a:schemeClr>
            </a:fgClr>
            <a:bgClr>
              <a:schemeClr val="bg1">
                <a:lumMod val="95000"/>
              </a:schemeClr>
            </a:bgClr>
          </a:pattFill>
        </p:spPr>
        <p:txBody>
          <a:bodyPr tIns="972000" anchor="ctr"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pic>
        <p:nvPicPr>
          <p:cNvPr id="17" name="Graphic 3">
            <a:hlinkClick r:id="rId3"/>
            <a:extLst>
              <a:ext uri="{FF2B5EF4-FFF2-40B4-BE49-F238E27FC236}">
                <a16:creationId xmlns:a16="http://schemas.microsoft.com/office/drawing/2014/main" id="{144FABE4-11B2-4666-9C48-EF41234EBAFC}"/>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8" name="TextBox 17">
            <a:hlinkClick r:id="rId6"/>
            <a:extLst>
              <a:ext uri="{FF2B5EF4-FFF2-40B4-BE49-F238E27FC236}">
                <a16:creationId xmlns:a16="http://schemas.microsoft.com/office/drawing/2014/main" id="{BF0F2C25-6040-4310-8F28-ADBE25EFC341}"/>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35595162"/>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PPTMON slide">
    <p:spTree>
      <p:nvGrpSpPr>
        <p:cNvPr id="1" name=""/>
        <p:cNvGrpSpPr/>
        <p:nvPr/>
      </p:nvGrpSpPr>
      <p:grpSpPr>
        <a:xfrm>
          <a:off x="0" y="0"/>
          <a:ext cx="0" cy="0"/>
          <a:chOff x="0" y="0"/>
          <a:chExt cx="0" cy="0"/>
        </a:xfrm>
      </p:grpSpPr>
      <p:pic>
        <p:nvPicPr>
          <p:cNvPr id="16" name="그림 15">
            <a:extLst>
              <a:ext uri="{FF2B5EF4-FFF2-40B4-BE49-F238E27FC236}">
                <a16:creationId xmlns:a16="http://schemas.microsoft.com/office/drawing/2014/main" id="{D9DFC13E-CA36-4F55-B9B9-291008E0B48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사각형: 둥근 모서리 4">
            <a:extLst>
              <a:ext uri="{FF2B5EF4-FFF2-40B4-BE49-F238E27FC236}">
                <a16:creationId xmlns:a16="http://schemas.microsoft.com/office/drawing/2014/main" id="{8A1593A9-C870-4F1D-9E03-1DAA28BD515A}"/>
              </a:ext>
            </a:extLst>
          </p:cNvPr>
          <p:cNvSpPr/>
          <p:nvPr userDrawn="1"/>
        </p:nvSpPr>
        <p:spPr>
          <a:xfrm>
            <a:off x="719400" y="1260000"/>
            <a:ext cx="5721313" cy="4338000"/>
          </a:xfrm>
          <a:prstGeom prst="roundRect">
            <a:avLst>
              <a:gd name="adj" fmla="val 6588"/>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latin typeface="+mj-lt"/>
            </a:endParaRPr>
          </a:p>
        </p:txBody>
      </p:sp>
      <p:sp>
        <p:nvSpPr>
          <p:cNvPr id="6" name="사각형: 둥근 모서리 5">
            <a:extLst>
              <a:ext uri="{FF2B5EF4-FFF2-40B4-BE49-F238E27FC236}">
                <a16:creationId xmlns:a16="http://schemas.microsoft.com/office/drawing/2014/main" id="{2D2D5A89-724B-41EC-8F11-2B0AF5C9879A}"/>
              </a:ext>
            </a:extLst>
          </p:cNvPr>
          <p:cNvSpPr/>
          <p:nvPr userDrawn="1"/>
        </p:nvSpPr>
        <p:spPr>
          <a:xfrm>
            <a:off x="7010400" y="1260000"/>
            <a:ext cx="4462200" cy="4338000"/>
          </a:xfrm>
          <a:prstGeom prst="roundRect">
            <a:avLst>
              <a:gd name="adj" fmla="val 6588"/>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latin typeface="+mj-lt"/>
            </a:endParaRPr>
          </a:p>
        </p:txBody>
      </p:sp>
      <p:sp>
        <p:nvSpPr>
          <p:cNvPr id="10" name="그림 개체 틀 4">
            <a:extLst>
              <a:ext uri="{FF2B5EF4-FFF2-40B4-BE49-F238E27FC236}">
                <a16:creationId xmlns:a16="http://schemas.microsoft.com/office/drawing/2014/main" id="{A65BF8B3-F991-4990-B1F2-3247B5F0A584}"/>
              </a:ext>
            </a:extLst>
          </p:cNvPr>
          <p:cNvSpPr>
            <a:spLocks noGrp="1"/>
          </p:cNvSpPr>
          <p:nvPr>
            <p:ph type="pic" sz="quarter" idx="10" hasCustomPrompt="1"/>
          </p:nvPr>
        </p:nvSpPr>
        <p:spPr>
          <a:xfrm>
            <a:off x="7294300" y="1562100"/>
            <a:ext cx="3894400" cy="1866900"/>
          </a:xfrm>
          <a:prstGeom prst="roundRect">
            <a:avLst>
              <a:gd name="adj" fmla="val 3858"/>
            </a:avLst>
          </a:prstGeom>
          <a:pattFill prst="pct10">
            <a:fgClr>
              <a:schemeClr val="bg1">
                <a:lumMod val="75000"/>
              </a:schemeClr>
            </a:fgClr>
            <a:bgClr>
              <a:schemeClr val="bg1">
                <a:lumMod val="95000"/>
              </a:schemeClr>
            </a:bgClr>
          </a:pattFill>
        </p:spPr>
        <p:txBody>
          <a:bodyPr tIns="972000" anchor="ctr"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pic>
        <p:nvPicPr>
          <p:cNvPr id="14" name="Graphic 3">
            <a:hlinkClick r:id="rId3"/>
            <a:extLst>
              <a:ext uri="{FF2B5EF4-FFF2-40B4-BE49-F238E27FC236}">
                <a16:creationId xmlns:a16="http://schemas.microsoft.com/office/drawing/2014/main" id="{3BE9C6CF-8ED6-43AC-98A2-C07CF1868CA5}"/>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5" name="TextBox 14">
            <a:hlinkClick r:id="rId6"/>
            <a:extLst>
              <a:ext uri="{FF2B5EF4-FFF2-40B4-BE49-F238E27FC236}">
                <a16:creationId xmlns:a16="http://schemas.microsoft.com/office/drawing/2014/main" id="{65E0C9BF-AD47-474D-A9F2-438A13C3CBF1}"/>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0787271"/>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PPTMON slide">
    <p:spTree>
      <p:nvGrpSpPr>
        <p:cNvPr id="1" name=""/>
        <p:cNvGrpSpPr/>
        <p:nvPr/>
      </p:nvGrpSpPr>
      <p:grpSpPr>
        <a:xfrm>
          <a:off x="0" y="0"/>
          <a:ext cx="0" cy="0"/>
          <a:chOff x="0" y="0"/>
          <a:chExt cx="0" cy="0"/>
        </a:xfrm>
      </p:grpSpPr>
      <p:pic>
        <p:nvPicPr>
          <p:cNvPr id="17" name="그림 16">
            <a:extLst>
              <a:ext uri="{FF2B5EF4-FFF2-40B4-BE49-F238E27FC236}">
                <a16:creationId xmlns:a16="http://schemas.microsoft.com/office/drawing/2014/main" id="{3E55C6C0-7037-4560-AB69-E4198DE539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사각형: 둥근 모서리 4">
            <a:extLst>
              <a:ext uri="{FF2B5EF4-FFF2-40B4-BE49-F238E27FC236}">
                <a16:creationId xmlns:a16="http://schemas.microsoft.com/office/drawing/2014/main" id="{78C2AFBE-A5F7-4D94-A200-CDCE1AD16EE8}"/>
              </a:ext>
            </a:extLst>
          </p:cNvPr>
          <p:cNvSpPr/>
          <p:nvPr userDrawn="1"/>
        </p:nvSpPr>
        <p:spPr>
          <a:xfrm>
            <a:off x="719400" y="1591519"/>
            <a:ext cx="4003071" cy="3674962"/>
          </a:xfrm>
          <a:prstGeom prst="roundRect">
            <a:avLst>
              <a:gd name="adj" fmla="val 6588"/>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latin typeface="+mj-lt"/>
            </a:endParaRPr>
          </a:p>
        </p:txBody>
      </p:sp>
      <p:sp>
        <p:nvSpPr>
          <p:cNvPr id="6" name="사각형: 둥근 모서리 5">
            <a:extLst>
              <a:ext uri="{FF2B5EF4-FFF2-40B4-BE49-F238E27FC236}">
                <a16:creationId xmlns:a16="http://schemas.microsoft.com/office/drawing/2014/main" id="{8387E068-16EC-4E57-BDC8-34C8084768E2}"/>
              </a:ext>
            </a:extLst>
          </p:cNvPr>
          <p:cNvSpPr/>
          <p:nvPr userDrawn="1"/>
        </p:nvSpPr>
        <p:spPr>
          <a:xfrm>
            <a:off x="5441871" y="1591519"/>
            <a:ext cx="2880000" cy="2880000"/>
          </a:xfrm>
          <a:prstGeom prst="roundRect">
            <a:avLst>
              <a:gd name="adj" fmla="val 6588"/>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latin typeface="+mj-lt"/>
            </a:endParaRPr>
          </a:p>
        </p:txBody>
      </p:sp>
      <p:sp>
        <p:nvSpPr>
          <p:cNvPr id="10" name="그림 개체 틀 4">
            <a:extLst>
              <a:ext uri="{FF2B5EF4-FFF2-40B4-BE49-F238E27FC236}">
                <a16:creationId xmlns:a16="http://schemas.microsoft.com/office/drawing/2014/main" id="{CE116BBA-A09D-467E-A4A3-8BDADE41E9A4}"/>
              </a:ext>
            </a:extLst>
          </p:cNvPr>
          <p:cNvSpPr>
            <a:spLocks noGrp="1"/>
          </p:cNvSpPr>
          <p:nvPr userDrawn="1">
            <p:ph type="pic" sz="quarter" idx="10" hasCustomPrompt="1"/>
          </p:nvPr>
        </p:nvSpPr>
        <p:spPr>
          <a:xfrm>
            <a:off x="5621871" y="1771519"/>
            <a:ext cx="2520000" cy="2520000"/>
          </a:xfrm>
          <a:prstGeom prst="roundRect">
            <a:avLst>
              <a:gd name="adj" fmla="val 3858"/>
            </a:avLst>
          </a:prstGeom>
          <a:pattFill prst="pct10">
            <a:fgClr>
              <a:schemeClr val="bg1">
                <a:lumMod val="75000"/>
              </a:schemeClr>
            </a:fgClr>
            <a:bgClr>
              <a:schemeClr val="bg1">
                <a:lumMod val="95000"/>
              </a:schemeClr>
            </a:bgClr>
          </a:pattFill>
        </p:spPr>
        <p:txBody>
          <a:bodyPr tIns="972000" anchor="ctr"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11" name="사각형: 둥근 모서리 10">
            <a:extLst>
              <a:ext uri="{FF2B5EF4-FFF2-40B4-BE49-F238E27FC236}">
                <a16:creationId xmlns:a16="http://schemas.microsoft.com/office/drawing/2014/main" id="{2BC94F59-54F6-46AF-A25A-48B381E81275}"/>
              </a:ext>
            </a:extLst>
          </p:cNvPr>
          <p:cNvSpPr/>
          <p:nvPr userDrawn="1"/>
        </p:nvSpPr>
        <p:spPr>
          <a:xfrm>
            <a:off x="8592600" y="1591519"/>
            <a:ext cx="2880000" cy="2880000"/>
          </a:xfrm>
          <a:prstGeom prst="roundRect">
            <a:avLst>
              <a:gd name="adj" fmla="val 6588"/>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latin typeface="+mj-lt"/>
            </a:endParaRPr>
          </a:p>
        </p:txBody>
      </p:sp>
      <p:sp>
        <p:nvSpPr>
          <p:cNvPr id="12" name="그림 개체 틀 4">
            <a:extLst>
              <a:ext uri="{FF2B5EF4-FFF2-40B4-BE49-F238E27FC236}">
                <a16:creationId xmlns:a16="http://schemas.microsoft.com/office/drawing/2014/main" id="{3B1F0557-8B82-45B1-9E98-2F66A78F57C5}"/>
              </a:ext>
            </a:extLst>
          </p:cNvPr>
          <p:cNvSpPr>
            <a:spLocks noGrp="1"/>
          </p:cNvSpPr>
          <p:nvPr userDrawn="1">
            <p:ph type="pic" sz="quarter" idx="11" hasCustomPrompt="1"/>
          </p:nvPr>
        </p:nvSpPr>
        <p:spPr>
          <a:xfrm>
            <a:off x="8772600" y="1771519"/>
            <a:ext cx="2520000" cy="2520000"/>
          </a:xfrm>
          <a:prstGeom prst="roundRect">
            <a:avLst>
              <a:gd name="adj" fmla="val 3858"/>
            </a:avLst>
          </a:prstGeom>
          <a:pattFill prst="pct10">
            <a:fgClr>
              <a:schemeClr val="bg1">
                <a:lumMod val="75000"/>
              </a:schemeClr>
            </a:fgClr>
            <a:bgClr>
              <a:schemeClr val="bg1">
                <a:lumMod val="95000"/>
              </a:schemeClr>
            </a:bgClr>
          </a:pattFill>
        </p:spPr>
        <p:txBody>
          <a:bodyPr tIns="972000" anchor="ctr" anchorCtr="1"/>
          <a:lstStyle>
            <a:lvl1pPr marL="0" marR="0" indent="0" algn="ctr" defTabSz="914400" rtl="0" eaLnBrk="1" fontAlgn="auto" latinLnBrk="1" hangingPunct="1">
              <a:lnSpc>
                <a:spcPct val="90000"/>
              </a:lnSpc>
              <a:spcBef>
                <a:spcPts val="1000"/>
              </a:spcBef>
              <a:spcAft>
                <a:spcPts val="0"/>
              </a:spcAft>
              <a:buClrTx/>
              <a:buSzTx/>
              <a:buFont typeface="Arial" panose="020B0604020202020204" pitchFamily="34" charset="0"/>
              <a:buNone/>
              <a:tabLst/>
              <a:defRPr sz="16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pic>
        <p:nvPicPr>
          <p:cNvPr id="15" name="Graphic 3">
            <a:hlinkClick r:id="rId3"/>
            <a:extLst>
              <a:ext uri="{FF2B5EF4-FFF2-40B4-BE49-F238E27FC236}">
                <a16:creationId xmlns:a16="http://schemas.microsoft.com/office/drawing/2014/main" id="{1EEA8B34-8618-4699-B610-C27194526CEE}"/>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6" name="TextBox 15">
            <a:hlinkClick r:id="rId6"/>
            <a:extLst>
              <a:ext uri="{FF2B5EF4-FFF2-40B4-BE49-F238E27FC236}">
                <a16:creationId xmlns:a16="http://schemas.microsoft.com/office/drawing/2014/main" id="{9BC47EA2-B620-4F33-8A8E-0780D8224FDD}"/>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7355999"/>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PPTMON slide">
    <p:spTree>
      <p:nvGrpSpPr>
        <p:cNvPr id="1" name=""/>
        <p:cNvGrpSpPr/>
        <p:nvPr/>
      </p:nvGrpSpPr>
      <p:grpSpPr>
        <a:xfrm>
          <a:off x="0" y="0"/>
          <a:ext cx="0" cy="0"/>
          <a:chOff x="0" y="0"/>
          <a:chExt cx="0" cy="0"/>
        </a:xfrm>
      </p:grpSpPr>
      <p:pic>
        <p:nvPicPr>
          <p:cNvPr id="16" name="그림 15">
            <a:extLst>
              <a:ext uri="{FF2B5EF4-FFF2-40B4-BE49-F238E27FC236}">
                <a16:creationId xmlns:a16="http://schemas.microsoft.com/office/drawing/2014/main" id="{CD65FD0A-8A1E-4EA0-A75E-CFF2EDDA064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그림 개체 틀 4">
            <a:extLst>
              <a:ext uri="{FF2B5EF4-FFF2-40B4-BE49-F238E27FC236}">
                <a16:creationId xmlns:a16="http://schemas.microsoft.com/office/drawing/2014/main" id="{5779175A-EA35-4135-AEB3-4D40941B3BA8}"/>
              </a:ext>
            </a:extLst>
          </p:cNvPr>
          <p:cNvSpPr>
            <a:spLocks noGrp="1"/>
          </p:cNvSpPr>
          <p:nvPr userDrawn="1">
            <p:ph type="pic" sz="quarter" idx="11" hasCustomPrompt="1"/>
          </p:nvPr>
        </p:nvSpPr>
        <p:spPr>
          <a:xfrm>
            <a:off x="1722607" y="2104573"/>
            <a:ext cx="2075044" cy="2075044"/>
          </a:xfrm>
          <a:prstGeom prst="ellipse">
            <a:avLst/>
          </a:prstGeom>
          <a:pattFill prst="pct10">
            <a:fgClr>
              <a:schemeClr val="bg1">
                <a:lumMod val="75000"/>
              </a:schemeClr>
            </a:fgClr>
            <a:bgClr>
              <a:schemeClr val="bg1">
                <a:lumMod val="95000"/>
              </a:schemeClr>
            </a:bgClr>
          </a:pattFill>
        </p:spPr>
        <p:txBody>
          <a:bodyPr tIns="828000" anchor="ctr" anchorCtr="1"/>
          <a:lstStyle>
            <a:lvl1pPr marL="0" indent="0">
              <a:buNone/>
              <a:defRPr sz="1400"/>
            </a:lvl1pPr>
          </a:lstStyle>
          <a:p>
            <a:r>
              <a:rPr lang="en-US" altLang="ko-KR" dirty="0"/>
              <a:t>Click icon to add picture</a:t>
            </a:r>
            <a:endParaRPr lang="ko-KR" altLang="en-US" dirty="0"/>
          </a:p>
        </p:txBody>
      </p:sp>
      <p:sp>
        <p:nvSpPr>
          <p:cNvPr id="6" name="그림 개체 틀 4">
            <a:extLst>
              <a:ext uri="{FF2B5EF4-FFF2-40B4-BE49-F238E27FC236}">
                <a16:creationId xmlns:a16="http://schemas.microsoft.com/office/drawing/2014/main" id="{5045CE6B-25B3-4D56-92F0-08AFA7C51DFB}"/>
              </a:ext>
            </a:extLst>
          </p:cNvPr>
          <p:cNvSpPr>
            <a:spLocks noGrp="1"/>
          </p:cNvSpPr>
          <p:nvPr userDrawn="1">
            <p:ph type="pic" sz="quarter" idx="12" hasCustomPrompt="1"/>
          </p:nvPr>
        </p:nvSpPr>
        <p:spPr>
          <a:xfrm>
            <a:off x="5058478" y="2104573"/>
            <a:ext cx="2075044" cy="2075044"/>
          </a:xfrm>
          <a:prstGeom prst="ellipse">
            <a:avLst/>
          </a:prstGeom>
          <a:pattFill prst="pct10">
            <a:fgClr>
              <a:schemeClr val="bg1">
                <a:lumMod val="75000"/>
              </a:schemeClr>
            </a:fgClr>
            <a:bgClr>
              <a:schemeClr val="bg1">
                <a:lumMod val="95000"/>
              </a:schemeClr>
            </a:bgClr>
          </a:pattFill>
        </p:spPr>
        <p:txBody>
          <a:bodyPr tIns="828000" anchor="ctr" anchorCtr="1"/>
          <a:lstStyle>
            <a:lvl1pPr marL="0" indent="0">
              <a:buNone/>
              <a:defRPr sz="1400"/>
            </a:lvl1pPr>
          </a:lstStyle>
          <a:p>
            <a:r>
              <a:rPr lang="en-US" altLang="ko-KR" dirty="0"/>
              <a:t>Click icon to add picture</a:t>
            </a:r>
            <a:endParaRPr lang="ko-KR" altLang="en-US" dirty="0"/>
          </a:p>
        </p:txBody>
      </p:sp>
      <p:sp>
        <p:nvSpPr>
          <p:cNvPr id="10" name="그림 개체 틀 4">
            <a:extLst>
              <a:ext uri="{FF2B5EF4-FFF2-40B4-BE49-F238E27FC236}">
                <a16:creationId xmlns:a16="http://schemas.microsoft.com/office/drawing/2014/main" id="{12C5B00E-9987-411A-83C8-A15A50E1BAD8}"/>
              </a:ext>
            </a:extLst>
          </p:cNvPr>
          <p:cNvSpPr>
            <a:spLocks noGrp="1"/>
          </p:cNvSpPr>
          <p:nvPr userDrawn="1">
            <p:ph type="pic" sz="quarter" idx="14" hasCustomPrompt="1"/>
          </p:nvPr>
        </p:nvSpPr>
        <p:spPr>
          <a:xfrm>
            <a:off x="8394349" y="2104573"/>
            <a:ext cx="2075044" cy="2075044"/>
          </a:xfrm>
          <a:prstGeom prst="ellipse">
            <a:avLst/>
          </a:prstGeom>
          <a:pattFill prst="pct10">
            <a:fgClr>
              <a:schemeClr val="bg1">
                <a:lumMod val="75000"/>
              </a:schemeClr>
            </a:fgClr>
            <a:bgClr>
              <a:schemeClr val="bg1">
                <a:lumMod val="95000"/>
              </a:schemeClr>
            </a:bgClr>
          </a:pattFill>
        </p:spPr>
        <p:txBody>
          <a:bodyPr tIns="828000" anchor="ctr" anchorCtr="1"/>
          <a:lstStyle>
            <a:lvl1pPr marL="0" indent="0">
              <a:buNone/>
              <a:defRPr sz="1400"/>
            </a:lvl1pPr>
          </a:lstStyle>
          <a:p>
            <a:r>
              <a:rPr lang="en-US" altLang="ko-KR" dirty="0"/>
              <a:t>Click icon to add picture</a:t>
            </a:r>
            <a:endParaRPr lang="ko-KR" altLang="en-US" dirty="0"/>
          </a:p>
        </p:txBody>
      </p:sp>
      <p:pic>
        <p:nvPicPr>
          <p:cNvPr id="14" name="Graphic 3">
            <a:hlinkClick r:id="rId3"/>
            <a:extLst>
              <a:ext uri="{FF2B5EF4-FFF2-40B4-BE49-F238E27FC236}">
                <a16:creationId xmlns:a16="http://schemas.microsoft.com/office/drawing/2014/main" id="{EF441C07-8459-45B7-95C5-451B3E648BC0}"/>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5" name="TextBox 14">
            <a:hlinkClick r:id="rId6"/>
            <a:extLst>
              <a:ext uri="{FF2B5EF4-FFF2-40B4-BE49-F238E27FC236}">
                <a16:creationId xmlns:a16="http://schemas.microsoft.com/office/drawing/2014/main" id="{1E526256-24B1-4E9D-B593-B665FE4DD00A}"/>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8914299"/>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PPTMON slide">
    <p:spTree>
      <p:nvGrpSpPr>
        <p:cNvPr id="1" name=""/>
        <p:cNvGrpSpPr/>
        <p:nvPr/>
      </p:nvGrpSpPr>
      <p:grpSpPr>
        <a:xfrm>
          <a:off x="0" y="0"/>
          <a:ext cx="0" cy="0"/>
          <a:chOff x="0" y="0"/>
          <a:chExt cx="0" cy="0"/>
        </a:xfrm>
      </p:grpSpPr>
      <p:pic>
        <p:nvPicPr>
          <p:cNvPr id="17" name="그림 16">
            <a:extLst>
              <a:ext uri="{FF2B5EF4-FFF2-40B4-BE49-F238E27FC236}">
                <a16:creationId xmlns:a16="http://schemas.microsoft.com/office/drawing/2014/main" id="{E7F2633E-1978-4536-8698-96E5A4F91B4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사각형: 둥근 모서리 9">
            <a:extLst>
              <a:ext uri="{FF2B5EF4-FFF2-40B4-BE49-F238E27FC236}">
                <a16:creationId xmlns:a16="http://schemas.microsoft.com/office/drawing/2014/main" id="{274517DB-FFAD-48AC-8ECB-78E098313850}"/>
              </a:ext>
            </a:extLst>
          </p:cNvPr>
          <p:cNvSpPr/>
          <p:nvPr userDrawn="1"/>
        </p:nvSpPr>
        <p:spPr>
          <a:xfrm>
            <a:off x="639422" y="720000"/>
            <a:ext cx="10913157" cy="5418000"/>
          </a:xfrm>
          <a:prstGeom prst="roundRect">
            <a:avLst>
              <a:gd name="adj" fmla="val 6588"/>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latin typeface="+mj-lt"/>
            </a:endParaRPr>
          </a:p>
        </p:txBody>
      </p:sp>
      <p:sp>
        <p:nvSpPr>
          <p:cNvPr id="5" name="그림 개체 틀 17">
            <a:extLst>
              <a:ext uri="{FF2B5EF4-FFF2-40B4-BE49-F238E27FC236}">
                <a16:creationId xmlns:a16="http://schemas.microsoft.com/office/drawing/2014/main" id="{851CAB64-1F3E-4E7F-A770-7EF6BC28CEAB}"/>
              </a:ext>
            </a:extLst>
          </p:cNvPr>
          <p:cNvSpPr>
            <a:spLocks noGrp="1"/>
          </p:cNvSpPr>
          <p:nvPr userDrawn="1">
            <p:ph type="pic" sz="quarter" idx="11" hasCustomPrompt="1"/>
          </p:nvPr>
        </p:nvSpPr>
        <p:spPr>
          <a:xfrm>
            <a:off x="8010150" y="1792543"/>
            <a:ext cx="3272917" cy="3272913"/>
          </a:xfrm>
          <a:prstGeom prst="roundRect">
            <a:avLst>
              <a:gd name="adj" fmla="val 3936"/>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lang="ko-KR" altLang="en-US" sz="11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sp>
        <p:nvSpPr>
          <p:cNvPr id="11" name="그림 개체 틀 17">
            <a:extLst>
              <a:ext uri="{FF2B5EF4-FFF2-40B4-BE49-F238E27FC236}">
                <a16:creationId xmlns:a16="http://schemas.microsoft.com/office/drawing/2014/main" id="{600D9640-2959-42A4-9FDE-C73021E38AC9}"/>
              </a:ext>
            </a:extLst>
          </p:cNvPr>
          <p:cNvSpPr>
            <a:spLocks noGrp="1"/>
          </p:cNvSpPr>
          <p:nvPr userDrawn="1">
            <p:ph type="pic" sz="quarter" idx="13" hasCustomPrompt="1"/>
          </p:nvPr>
        </p:nvSpPr>
        <p:spPr>
          <a:xfrm>
            <a:off x="4487675" y="1792543"/>
            <a:ext cx="3272917" cy="3272913"/>
          </a:xfrm>
          <a:prstGeom prst="roundRect">
            <a:avLst>
              <a:gd name="adj" fmla="val 3936"/>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lang="ko-KR" altLang="en-US" sz="11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pic>
        <p:nvPicPr>
          <p:cNvPr id="15" name="Graphic 3">
            <a:hlinkClick r:id="rId3"/>
            <a:extLst>
              <a:ext uri="{FF2B5EF4-FFF2-40B4-BE49-F238E27FC236}">
                <a16:creationId xmlns:a16="http://schemas.microsoft.com/office/drawing/2014/main" id="{5AEF6D43-8BA6-4AB0-8E28-7AE43299F64E}"/>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6" name="TextBox 15">
            <a:hlinkClick r:id="rId6"/>
            <a:extLst>
              <a:ext uri="{FF2B5EF4-FFF2-40B4-BE49-F238E27FC236}">
                <a16:creationId xmlns:a16="http://schemas.microsoft.com/office/drawing/2014/main" id="{09B64267-87D3-4D57-8100-0F92CE742F12}"/>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328998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PPTMON slide">
    <p:spTree>
      <p:nvGrpSpPr>
        <p:cNvPr id="1" name=""/>
        <p:cNvGrpSpPr/>
        <p:nvPr/>
      </p:nvGrpSpPr>
      <p:grpSpPr>
        <a:xfrm>
          <a:off x="0" y="0"/>
          <a:ext cx="0" cy="0"/>
          <a:chOff x="0" y="0"/>
          <a:chExt cx="0" cy="0"/>
        </a:xfrm>
      </p:grpSpPr>
      <p:pic>
        <p:nvPicPr>
          <p:cNvPr id="15" name="그림 14">
            <a:extLst>
              <a:ext uri="{FF2B5EF4-FFF2-40B4-BE49-F238E27FC236}">
                <a16:creationId xmlns:a16="http://schemas.microsoft.com/office/drawing/2014/main" id="{34A5D538-195D-4DC3-AF8E-EC2594FC311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사각형: 둥근 모서리 5">
            <a:extLst>
              <a:ext uri="{FF2B5EF4-FFF2-40B4-BE49-F238E27FC236}">
                <a16:creationId xmlns:a16="http://schemas.microsoft.com/office/drawing/2014/main" id="{8781D1F2-1318-45BC-9D15-52D8594028CC}"/>
              </a:ext>
            </a:extLst>
          </p:cNvPr>
          <p:cNvSpPr/>
          <p:nvPr userDrawn="1"/>
        </p:nvSpPr>
        <p:spPr>
          <a:xfrm>
            <a:off x="639422" y="1585732"/>
            <a:ext cx="10913157" cy="3686536"/>
          </a:xfrm>
          <a:prstGeom prst="roundRect">
            <a:avLst>
              <a:gd name="adj" fmla="val 6588"/>
            </a:avLst>
          </a:prstGeom>
          <a:solidFill>
            <a:schemeClr val="bg1">
              <a:alpha val="50000"/>
            </a:schemeClr>
          </a:solidFill>
          <a:ln w="3175" cap="flat">
            <a:solidFill>
              <a:schemeClr val="bg1"/>
            </a:solidFill>
            <a:prstDash val="solid"/>
            <a:miter/>
          </a:ln>
        </p:spPr>
        <p:txBody>
          <a:bodyPr rtlCol="0" anchor="ctr"/>
          <a:lstStyle/>
          <a:p>
            <a:pPr lvl="0" algn="ctr"/>
            <a:endParaRPr lang="ko-KR" altLang="en-US" sz="2400" dirty="0">
              <a:latin typeface="+mj-lt"/>
            </a:endParaRPr>
          </a:p>
        </p:txBody>
      </p:sp>
      <p:sp>
        <p:nvSpPr>
          <p:cNvPr id="5" name="그림 개체 틀 4">
            <a:extLst>
              <a:ext uri="{FF2B5EF4-FFF2-40B4-BE49-F238E27FC236}">
                <a16:creationId xmlns:a16="http://schemas.microsoft.com/office/drawing/2014/main" id="{0E49C963-E814-4165-8F26-4FD90A7EBB84}"/>
              </a:ext>
            </a:extLst>
          </p:cNvPr>
          <p:cNvSpPr>
            <a:spLocks noGrp="1"/>
          </p:cNvSpPr>
          <p:nvPr>
            <p:ph type="pic" sz="quarter" idx="15" hasCustomPrompt="1"/>
          </p:nvPr>
        </p:nvSpPr>
        <p:spPr>
          <a:xfrm>
            <a:off x="6563631" y="2007008"/>
            <a:ext cx="4542519" cy="2843984"/>
          </a:xfrm>
          <a:prstGeom prst="roundRect">
            <a:avLst>
              <a:gd name="adj" fmla="val 5678"/>
            </a:avLst>
          </a:prstGeom>
          <a:pattFill prst="pct10">
            <a:fgClr>
              <a:schemeClr val="bg1">
                <a:lumMod val="75000"/>
              </a:schemeClr>
            </a:fgClr>
            <a:bgClr>
              <a:schemeClr val="bg1">
                <a:lumMod val="95000"/>
              </a:schemeClr>
            </a:bgClr>
          </a:pattFill>
        </p:spPr>
        <p:txBody>
          <a:bodyPr tIns="828000" anchor="ctr" anchorCtr="1"/>
          <a:lstStyle>
            <a:lvl1pPr marL="0" indent="0">
              <a:buNone/>
              <a:defRPr sz="1400"/>
            </a:lvl1pPr>
          </a:lstStyle>
          <a:p>
            <a:r>
              <a:rPr lang="en-US" altLang="ko-KR" dirty="0"/>
              <a:t>Click icon to add picture</a:t>
            </a:r>
            <a:endParaRPr lang="ko-KR" altLang="en-US" dirty="0"/>
          </a:p>
        </p:txBody>
      </p:sp>
      <p:pic>
        <p:nvPicPr>
          <p:cNvPr id="13" name="Graphic 3">
            <a:hlinkClick r:id="rId3"/>
            <a:extLst>
              <a:ext uri="{FF2B5EF4-FFF2-40B4-BE49-F238E27FC236}">
                <a16:creationId xmlns:a16="http://schemas.microsoft.com/office/drawing/2014/main" id="{6BEAE395-8FE3-442A-B43C-2C812E066DCD}"/>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4" name="TextBox 13">
            <a:hlinkClick r:id="rId6"/>
            <a:extLst>
              <a:ext uri="{FF2B5EF4-FFF2-40B4-BE49-F238E27FC236}">
                <a16:creationId xmlns:a16="http://schemas.microsoft.com/office/drawing/2014/main" id="{E5774220-9680-4E7D-94F4-2E42FA268C55}"/>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0417117"/>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PPTMON slide">
    <p:spTree>
      <p:nvGrpSpPr>
        <p:cNvPr id="1" name=""/>
        <p:cNvGrpSpPr/>
        <p:nvPr/>
      </p:nvGrpSpPr>
      <p:grpSpPr>
        <a:xfrm>
          <a:off x="0" y="0"/>
          <a:ext cx="0" cy="0"/>
          <a:chOff x="0" y="0"/>
          <a:chExt cx="0" cy="0"/>
        </a:xfrm>
      </p:grpSpPr>
      <p:pic>
        <p:nvPicPr>
          <p:cNvPr id="13" name="그림 12">
            <a:extLst>
              <a:ext uri="{FF2B5EF4-FFF2-40B4-BE49-F238E27FC236}">
                <a16:creationId xmlns:a16="http://schemas.microsoft.com/office/drawing/2014/main" id="{DA5C7156-6F7A-4196-AF00-D5468AD2B72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그림 개체 틀 11">
            <a:extLst>
              <a:ext uri="{FF2B5EF4-FFF2-40B4-BE49-F238E27FC236}">
                <a16:creationId xmlns:a16="http://schemas.microsoft.com/office/drawing/2014/main" id="{D85D2A41-5930-4E05-AEE4-168896F326CA}"/>
              </a:ext>
            </a:extLst>
          </p:cNvPr>
          <p:cNvSpPr>
            <a:spLocks noGrp="1"/>
          </p:cNvSpPr>
          <p:nvPr>
            <p:ph type="pic" sz="quarter" idx="10" hasCustomPrompt="1"/>
          </p:nvPr>
        </p:nvSpPr>
        <p:spPr>
          <a:xfrm>
            <a:off x="7791450" y="759883"/>
            <a:ext cx="2540000" cy="5583986"/>
          </a:xfrm>
          <a:prstGeom prst="roundRect">
            <a:avLst>
              <a:gd name="adj" fmla="val 21152"/>
            </a:avLst>
          </a:prstGeom>
          <a:pattFill prst="pct10">
            <a:fgClr>
              <a:schemeClr val="bg1">
                <a:lumMod val="75000"/>
              </a:schemeClr>
            </a:fgClr>
            <a:bgClr>
              <a:schemeClr val="bg1">
                <a:lumMod val="95000"/>
              </a:schemeClr>
            </a:bgClr>
          </a:pattFill>
        </p:spPr>
        <p:txBody>
          <a:bodyPr anchor="b" anchorCtr="1"/>
          <a:lstStyle>
            <a:lvl1pPr>
              <a:defRPr lang="ko-KR" altLang="en-US" sz="2000" dirty="0"/>
            </a:lvl1pPr>
          </a:lstStyle>
          <a:p>
            <a:pPr marR="0" lvl="0" fontAlgn="auto">
              <a:spcAft>
                <a:spcPts val="0"/>
              </a:spcAft>
              <a:buClrTx/>
              <a:buSzTx/>
              <a:tabLst/>
            </a:pPr>
            <a:r>
              <a:rPr lang="en-US" altLang="ko-KR" dirty="0"/>
              <a:t>Click icon to add picture</a:t>
            </a:r>
            <a:endParaRPr lang="ko-KR" altLang="en-US" dirty="0"/>
          </a:p>
        </p:txBody>
      </p:sp>
      <p:pic>
        <p:nvPicPr>
          <p:cNvPr id="11" name="Graphic 3">
            <a:hlinkClick r:id="rId3"/>
            <a:extLst>
              <a:ext uri="{FF2B5EF4-FFF2-40B4-BE49-F238E27FC236}">
                <a16:creationId xmlns:a16="http://schemas.microsoft.com/office/drawing/2014/main" id="{5A4F6B18-908E-4251-A3EC-212ED59D4C00}"/>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2" name="TextBox 11">
            <a:hlinkClick r:id="rId6"/>
            <a:extLst>
              <a:ext uri="{FF2B5EF4-FFF2-40B4-BE49-F238E27FC236}">
                <a16:creationId xmlns:a16="http://schemas.microsoft.com/office/drawing/2014/main" id="{73BE43A2-126B-4AB2-924B-6D84ADFC023C}"/>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9934468"/>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PPTMON slide">
    <p:spTree>
      <p:nvGrpSpPr>
        <p:cNvPr id="1" name=""/>
        <p:cNvGrpSpPr/>
        <p:nvPr/>
      </p:nvGrpSpPr>
      <p:grpSpPr>
        <a:xfrm>
          <a:off x="0" y="0"/>
          <a:ext cx="0" cy="0"/>
          <a:chOff x="0" y="0"/>
          <a:chExt cx="0" cy="0"/>
        </a:xfrm>
      </p:grpSpPr>
      <p:pic>
        <p:nvPicPr>
          <p:cNvPr id="14" name="그림 13">
            <a:extLst>
              <a:ext uri="{FF2B5EF4-FFF2-40B4-BE49-F238E27FC236}">
                <a16:creationId xmlns:a16="http://schemas.microsoft.com/office/drawing/2014/main" id="{B1F1B3C4-DE2B-43A6-9260-38112EB28A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그림 개체 틀 5">
            <a:extLst>
              <a:ext uri="{FF2B5EF4-FFF2-40B4-BE49-F238E27FC236}">
                <a16:creationId xmlns:a16="http://schemas.microsoft.com/office/drawing/2014/main" id="{9402E7A1-1577-4366-A47E-06BD230DD56D}"/>
              </a:ext>
            </a:extLst>
          </p:cNvPr>
          <p:cNvSpPr>
            <a:spLocks noGrp="1"/>
          </p:cNvSpPr>
          <p:nvPr>
            <p:ph type="pic" sz="quarter" idx="10" hasCustomPrompt="1"/>
          </p:nvPr>
        </p:nvSpPr>
        <p:spPr>
          <a:xfrm>
            <a:off x="1374273" y="1109778"/>
            <a:ext cx="6988017" cy="4556788"/>
          </a:xfrm>
          <a:prstGeom prst="roundRect">
            <a:avLst>
              <a:gd name="adj" fmla="val 3110"/>
            </a:avLst>
          </a:prstGeom>
          <a:pattFill prst="pct10">
            <a:fgClr>
              <a:schemeClr val="bg1">
                <a:lumMod val="75000"/>
              </a:schemeClr>
            </a:fgClr>
            <a:bgClr>
              <a:schemeClr val="bg1">
                <a:lumMod val="95000"/>
              </a:schemeClr>
            </a:bgClr>
          </a:pattFill>
        </p:spPr>
        <p:txBody>
          <a:bodyPr anchor="b" anchorCtr="1"/>
          <a:lstStyle>
            <a:lvl1pPr marL="0" marR="0" indent="0" algn="l" defTabSz="914400" rtl="0" eaLnBrk="1" fontAlgn="auto" latinLnBrk="1" hangingPunct="1">
              <a:lnSpc>
                <a:spcPct val="90000"/>
              </a:lnSpc>
              <a:spcBef>
                <a:spcPts val="1000"/>
              </a:spcBef>
              <a:spcAft>
                <a:spcPts val="0"/>
              </a:spcAft>
              <a:buClrTx/>
              <a:buSzTx/>
              <a:buFont typeface="Arial" panose="020B0604020202020204" pitchFamily="34" charset="0"/>
              <a:buNone/>
              <a:tabLst/>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pic>
        <p:nvPicPr>
          <p:cNvPr id="12" name="Graphic 3">
            <a:hlinkClick r:id="rId3"/>
            <a:extLst>
              <a:ext uri="{FF2B5EF4-FFF2-40B4-BE49-F238E27FC236}">
                <a16:creationId xmlns:a16="http://schemas.microsoft.com/office/drawing/2014/main" id="{2474BDD5-51E3-474A-AE05-CC743CC4154B}"/>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3" name="TextBox 12">
            <a:hlinkClick r:id="rId6"/>
            <a:extLst>
              <a:ext uri="{FF2B5EF4-FFF2-40B4-BE49-F238E27FC236}">
                <a16:creationId xmlns:a16="http://schemas.microsoft.com/office/drawing/2014/main" id="{305F6C9C-A76F-4C44-8A47-1B3AFDA5CBF8}"/>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81733832"/>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PPTMON slide">
    <p:spTree>
      <p:nvGrpSpPr>
        <p:cNvPr id="1" name=""/>
        <p:cNvGrpSpPr/>
        <p:nvPr/>
      </p:nvGrpSpPr>
      <p:grpSpPr>
        <a:xfrm>
          <a:off x="0" y="0"/>
          <a:ext cx="0" cy="0"/>
          <a:chOff x="0" y="0"/>
          <a:chExt cx="0" cy="0"/>
        </a:xfrm>
      </p:grpSpPr>
      <p:pic>
        <p:nvPicPr>
          <p:cNvPr id="14" name="그림 13">
            <a:extLst>
              <a:ext uri="{FF2B5EF4-FFF2-40B4-BE49-F238E27FC236}">
                <a16:creationId xmlns:a16="http://schemas.microsoft.com/office/drawing/2014/main" id="{8F546876-5040-4B66-A36C-C5F54FF90CC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그림 개체 틀 8">
            <a:extLst>
              <a:ext uri="{FF2B5EF4-FFF2-40B4-BE49-F238E27FC236}">
                <a16:creationId xmlns:a16="http://schemas.microsoft.com/office/drawing/2014/main" id="{0518C972-DD59-4A88-AD95-941B4B684ABD}"/>
              </a:ext>
            </a:extLst>
          </p:cNvPr>
          <p:cNvSpPr>
            <a:spLocks noGrp="1"/>
          </p:cNvSpPr>
          <p:nvPr>
            <p:ph type="pic" sz="quarter" idx="10" hasCustomPrompt="1"/>
          </p:nvPr>
        </p:nvSpPr>
        <p:spPr>
          <a:xfrm>
            <a:off x="4839978" y="1856521"/>
            <a:ext cx="6740399" cy="3865781"/>
          </a:xfrm>
          <a:prstGeom prst="roundRect">
            <a:avLst>
              <a:gd name="adj" fmla="val 1816"/>
            </a:avLst>
          </a:prstGeom>
          <a:pattFill prst="pct10">
            <a:fgClr>
              <a:schemeClr val="bg1">
                <a:lumMod val="75000"/>
              </a:schemeClr>
            </a:fgClr>
            <a:bgClr>
              <a:schemeClr val="bg1">
                <a:lumMod val="95000"/>
              </a:schemeClr>
            </a:bgClr>
          </a:pattFill>
        </p:spPr>
        <p:txBody>
          <a:bodyPr anchor="b" anchorCtr="1"/>
          <a:lstStyle>
            <a:lvl1pPr marL="228600" marR="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sz="2000"/>
            </a:lvl1pPr>
          </a:lstStyle>
          <a:p>
            <a:pPr marL="228600" marR="0" lvl="0" indent="-228600" algn="l" defTabSz="914400" rtl="0" eaLnBrk="1" fontAlgn="auto" latinLnBrk="1" hangingPunct="1">
              <a:lnSpc>
                <a:spcPct val="90000"/>
              </a:lnSpc>
              <a:spcBef>
                <a:spcPts val="1000"/>
              </a:spcBef>
              <a:spcAft>
                <a:spcPts val="0"/>
              </a:spcAft>
              <a:buClrTx/>
              <a:buSzTx/>
              <a:buFont typeface="Arial" panose="020B0604020202020204" pitchFamily="34" charset="0"/>
              <a:buChar char="•"/>
              <a:tabLst/>
              <a:defRPr/>
            </a:pPr>
            <a:r>
              <a:rPr lang="en-US" altLang="ko-KR" dirty="0"/>
              <a:t>Click icon to add picture</a:t>
            </a:r>
            <a:endParaRPr lang="ko-KR" altLang="en-US" dirty="0"/>
          </a:p>
        </p:txBody>
      </p:sp>
      <p:pic>
        <p:nvPicPr>
          <p:cNvPr id="12" name="Graphic 3">
            <a:hlinkClick r:id="rId3"/>
            <a:extLst>
              <a:ext uri="{FF2B5EF4-FFF2-40B4-BE49-F238E27FC236}">
                <a16:creationId xmlns:a16="http://schemas.microsoft.com/office/drawing/2014/main" id="{C7349E9B-DAA8-4FA1-9B15-59737D7B7B0F}"/>
              </a:ext>
            </a:extLst>
          </p:cNvPr>
          <p:cNvPicPr>
            <a:picLocks noChangeAspect="1"/>
          </p:cNvPicPr>
          <p:nvPr userDrawn="1"/>
        </p:nvPicPr>
        <p:blipFill rotWithShape="1">
          <a:blip r:embed="rId4">
            <a:extLst>
              <a:ext uri="{96DAC541-7B7A-43D3-8B79-37D633B846F1}">
                <asvg:svgBlip xmlns:asvg="http://schemas.microsoft.com/office/drawing/2016/SVG/main" xmlns="" r:embed="rId5"/>
              </a:ext>
            </a:extLst>
          </a:blip>
          <a:srcRect l="29909"/>
          <a:stretch/>
        </p:blipFill>
        <p:spPr>
          <a:xfrm>
            <a:off x="5771192" y="6892701"/>
            <a:ext cx="2239204" cy="246221"/>
          </a:xfrm>
          <a:prstGeom prst="rect">
            <a:avLst/>
          </a:prstGeom>
        </p:spPr>
      </p:pic>
      <p:sp>
        <p:nvSpPr>
          <p:cNvPr id="13" name="TextBox 12">
            <a:hlinkClick r:id="rId6"/>
            <a:extLst>
              <a:ext uri="{FF2B5EF4-FFF2-40B4-BE49-F238E27FC236}">
                <a16:creationId xmlns:a16="http://schemas.microsoft.com/office/drawing/2014/main" id="{93F8D11D-C60D-4041-9005-945C718769CA}"/>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7"/>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3973616"/>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PTMON slide">
    <p:spTree>
      <p:nvGrpSpPr>
        <p:cNvPr id="1" name=""/>
        <p:cNvGrpSpPr/>
        <p:nvPr/>
      </p:nvGrpSpPr>
      <p:grpSpPr>
        <a:xfrm>
          <a:off x="0" y="0"/>
          <a:ext cx="0" cy="0"/>
          <a:chOff x="0" y="0"/>
          <a:chExt cx="0" cy="0"/>
        </a:xfrm>
      </p:grpSpPr>
      <p:pic>
        <p:nvPicPr>
          <p:cNvPr id="8" name="Graphic 3">
            <a:hlinkClick r:id="rId2"/>
            <a:extLst>
              <a:ext uri="{FF2B5EF4-FFF2-40B4-BE49-F238E27FC236}">
                <a16:creationId xmlns:a16="http://schemas.microsoft.com/office/drawing/2014/main" id="{77B0EF9B-5A23-49A2-903C-A327962D1D22}"/>
              </a:ext>
            </a:extLst>
          </p:cNvPr>
          <p:cNvPicPr>
            <a:picLocks noChangeAspect="1"/>
          </p:cNvPicPr>
          <p:nvPr userDrawn="1"/>
        </p:nvPicPr>
        <p:blipFill rotWithShape="1">
          <a:blip r:embed="rId3">
            <a:extLst>
              <a:ext uri="{96DAC541-7B7A-43D3-8B79-37D633B846F1}">
                <asvg:svgBlip xmlns:asvg="http://schemas.microsoft.com/office/drawing/2016/SVG/main" xmlns="" r:embed="rId4"/>
              </a:ext>
            </a:extLst>
          </a:blip>
          <a:srcRect l="29909"/>
          <a:stretch/>
        </p:blipFill>
        <p:spPr>
          <a:xfrm>
            <a:off x="5771192" y="6892701"/>
            <a:ext cx="2239204" cy="246221"/>
          </a:xfrm>
          <a:prstGeom prst="rect">
            <a:avLst/>
          </a:prstGeom>
        </p:spPr>
      </p:pic>
      <p:sp>
        <p:nvSpPr>
          <p:cNvPr id="9" name="TextBox 8">
            <a:hlinkClick r:id="rId5"/>
            <a:extLst>
              <a:ext uri="{FF2B5EF4-FFF2-40B4-BE49-F238E27FC236}">
                <a16:creationId xmlns:a16="http://schemas.microsoft.com/office/drawing/2014/main" id="{7550D78F-8B03-4E9C-AD80-8ECE47308969}"/>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039256"/>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PPTMON custom">
    <p:bg>
      <p:bgPr>
        <a:solidFill>
          <a:schemeClr val="bg1"/>
        </a:solidFill>
        <a:effectLst/>
      </p:bgPr>
    </p:bg>
    <p:spTree>
      <p:nvGrpSpPr>
        <p:cNvPr id="1" name=""/>
        <p:cNvGrpSpPr/>
        <p:nvPr/>
      </p:nvGrpSpPr>
      <p:grpSpPr>
        <a:xfrm>
          <a:off x="0" y="0"/>
          <a:ext cx="0" cy="0"/>
          <a:chOff x="0" y="0"/>
          <a:chExt cx="0" cy="0"/>
        </a:xfrm>
      </p:grpSpPr>
      <p:pic>
        <p:nvPicPr>
          <p:cNvPr id="8" name="Graphic 3">
            <a:hlinkClick r:id="rId2"/>
            <a:extLst>
              <a:ext uri="{FF2B5EF4-FFF2-40B4-BE49-F238E27FC236}">
                <a16:creationId xmlns:a16="http://schemas.microsoft.com/office/drawing/2014/main" id="{A50DF144-6513-44D2-BA52-C277F28A876F}"/>
              </a:ext>
            </a:extLst>
          </p:cNvPr>
          <p:cNvPicPr>
            <a:picLocks noChangeAspect="1"/>
          </p:cNvPicPr>
          <p:nvPr userDrawn="1"/>
        </p:nvPicPr>
        <p:blipFill rotWithShape="1">
          <a:blip r:embed="rId3">
            <a:extLst>
              <a:ext uri="{96DAC541-7B7A-43D3-8B79-37D633B846F1}">
                <asvg:svgBlip xmlns:asvg="http://schemas.microsoft.com/office/drawing/2016/SVG/main" xmlns="" r:embed="rId4"/>
              </a:ext>
            </a:extLst>
          </a:blip>
          <a:srcRect l="29909"/>
          <a:stretch/>
        </p:blipFill>
        <p:spPr>
          <a:xfrm>
            <a:off x="5771192" y="6892701"/>
            <a:ext cx="2239204" cy="246221"/>
          </a:xfrm>
          <a:prstGeom prst="rect">
            <a:avLst/>
          </a:prstGeom>
        </p:spPr>
      </p:pic>
      <p:sp>
        <p:nvSpPr>
          <p:cNvPr id="9" name="TextBox 8">
            <a:hlinkClick r:id="rId5"/>
            <a:extLst>
              <a:ext uri="{FF2B5EF4-FFF2-40B4-BE49-F238E27FC236}">
                <a16:creationId xmlns:a16="http://schemas.microsoft.com/office/drawing/2014/main" id="{B6CDD72D-F79F-4A02-AFDE-1474BAA63F46}"/>
              </a:ext>
            </a:extLst>
          </p:cNvPr>
          <p:cNvSpPr txBox="1"/>
          <p:nvPr userDrawn="1"/>
        </p:nvSpPr>
        <p:spPr>
          <a:xfrm>
            <a:off x="4181605" y="6948422"/>
            <a:ext cx="2690631" cy="246221"/>
          </a:xfrm>
          <a:prstGeom prst="rect">
            <a:avLst/>
          </a:prstGeom>
          <a:noFill/>
        </p:spPr>
        <p:txBody>
          <a:bodyPr wrap="square" rtlCol="0">
            <a:spAutoFit/>
          </a:bodyPr>
          <a:lstStyle/>
          <a:p>
            <a:r>
              <a:rPr lang="en-US" altLang="ko-KR" sz="1000" u="none" dirty="0">
                <a:latin typeface="Arial" panose="020B0604020202020204" pitchFamily="34" charset="0"/>
                <a:cs typeface="Arial" panose="020B0604020202020204" pitchFamily="34" charset="0"/>
                <a:hlinkClick r:id="rId6"/>
              </a:rPr>
              <a:t>Presentation template by</a:t>
            </a:r>
            <a:endParaRPr lang="ko-KR" altLang="en-US" sz="1000" u="none"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7278005"/>
      </p:ext>
    </p:extLst>
  </p:cSld>
  <p:clrMapOvr>
    <a:masterClrMapping/>
  </p:clrMapOvr>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319713"/>
      </p:ext>
    </p:extLst>
  </p:cSld>
  <p:clrMap bg1="lt1" tx1="dk1" bg2="lt2" tx2="dk2" accent1="accent1" accent2="accent2" accent3="accent3" accent4="accent4" accent5="accent5" accent6="accent6" hlink="hlink" folHlink="folHlink"/>
  <p:sldLayoutIdLst>
    <p:sldLayoutId id="2147483653" r:id="rId1"/>
    <p:sldLayoutId id="2147483684" r:id="rId2"/>
    <p:sldLayoutId id="2147483673"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672" r:id="rId16"/>
    <p:sldLayoutId id="2147483664" r:id="rId17"/>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사각형: 둥근 모서리 5">
            <a:extLst>
              <a:ext uri="{FF2B5EF4-FFF2-40B4-BE49-F238E27FC236}">
                <a16:creationId xmlns:a16="http://schemas.microsoft.com/office/drawing/2014/main" id="{CBFC5866-F3A3-4980-86F3-6FCAE84B2A71}"/>
              </a:ext>
            </a:extLst>
          </p:cNvPr>
          <p:cNvSpPr/>
          <p:nvPr userDrawn="1"/>
        </p:nvSpPr>
        <p:spPr>
          <a:xfrm>
            <a:off x="1455418" y="2607354"/>
            <a:ext cx="4069081" cy="595585"/>
          </a:xfrm>
          <a:prstGeom prst="roundRect">
            <a:avLst>
              <a:gd name="adj" fmla="val 50000"/>
            </a:avLst>
          </a:prstGeom>
          <a:solidFill>
            <a:srgbClr val="00B7D5"/>
          </a:solidFill>
          <a:ln w="3175" cap="flat">
            <a:noFill/>
            <a:prstDash val="solid"/>
            <a:miter/>
          </a:ln>
        </p:spPr>
        <p:txBody>
          <a:bodyPr rtlCol="0" anchor="ctr" anchorCtr="0"/>
          <a:lstStyle/>
          <a:p>
            <a:pPr algn="ctr"/>
            <a:r>
              <a:rPr lang="ru-RU" altLang="ko-KR" sz="2000" dirty="0" smtClean="0">
                <a:solidFill>
                  <a:schemeClr val="bg1"/>
                </a:solidFill>
              </a:rPr>
              <a:t>Выполнили: Акбарова </a:t>
            </a:r>
            <a:r>
              <a:rPr lang="ru-RU" altLang="ko-KR" sz="2000" dirty="0" err="1" smtClean="0">
                <a:solidFill>
                  <a:schemeClr val="bg1"/>
                </a:solidFill>
              </a:rPr>
              <a:t>Самира</a:t>
            </a:r>
            <a:r>
              <a:rPr lang="ru-RU" altLang="ko-KR" sz="2000" dirty="0" smtClean="0">
                <a:solidFill>
                  <a:schemeClr val="bg1"/>
                </a:solidFill>
              </a:rPr>
              <a:t/>
            </a:r>
            <a:br>
              <a:rPr lang="ru-RU" altLang="ko-KR" sz="2000" dirty="0" smtClean="0">
                <a:solidFill>
                  <a:schemeClr val="bg1"/>
                </a:solidFill>
              </a:rPr>
            </a:br>
            <a:r>
              <a:rPr lang="ru-RU" altLang="ko-KR" sz="2000" dirty="0" smtClean="0">
                <a:solidFill>
                  <a:schemeClr val="bg1"/>
                </a:solidFill>
              </a:rPr>
              <a:t>                      </a:t>
            </a:r>
            <a:r>
              <a:rPr lang="ru-RU" altLang="ko-KR" sz="2000" dirty="0" err="1" smtClean="0">
                <a:solidFill>
                  <a:schemeClr val="bg1"/>
                </a:solidFill>
              </a:rPr>
              <a:t>Горбатюк</a:t>
            </a:r>
            <a:r>
              <a:rPr lang="ru-RU" altLang="ko-KR" sz="2000" dirty="0" smtClean="0">
                <a:solidFill>
                  <a:schemeClr val="bg1"/>
                </a:solidFill>
              </a:rPr>
              <a:t> Святогор</a:t>
            </a:r>
            <a:endParaRPr lang="ko-KR" altLang="en-US" sz="2000" dirty="0">
              <a:solidFill>
                <a:schemeClr val="bg1"/>
              </a:solidFill>
            </a:endParaRPr>
          </a:p>
        </p:txBody>
      </p:sp>
      <p:sp>
        <p:nvSpPr>
          <p:cNvPr id="7" name="TextBox 6">
            <a:extLst>
              <a:ext uri="{FF2B5EF4-FFF2-40B4-BE49-F238E27FC236}">
                <a16:creationId xmlns:a16="http://schemas.microsoft.com/office/drawing/2014/main" id="{8A6B623A-65F6-4027-AAD6-A070431FBFF4}"/>
              </a:ext>
            </a:extLst>
          </p:cNvPr>
          <p:cNvSpPr txBox="1"/>
          <p:nvPr userDrawn="1"/>
        </p:nvSpPr>
        <p:spPr>
          <a:xfrm>
            <a:off x="1732281" y="1188103"/>
            <a:ext cx="8788398" cy="898126"/>
          </a:xfrm>
          <a:prstGeom prst="rect">
            <a:avLst/>
          </a:prstGeom>
          <a:noFill/>
        </p:spPr>
        <p:txBody>
          <a:bodyPr vert="horz" wrap="square" lIns="18000" tIns="18000" rIns="18000" bIns="18000" rtlCol="0" anchor="ctr" anchorCtr="0">
            <a:spAutoFit/>
          </a:bodyPr>
          <a:lstStyle/>
          <a:p>
            <a:pPr algn="ctr"/>
            <a:r>
              <a:rPr lang="ru-RU" sz="2800" b="1" dirty="0" err="1">
                <a:latin typeface="+mj-lt"/>
              </a:rPr>
              <a:t>Десктопное</a:t>
            </a:r>
            <a:r>
              <a:rPr lang="ru-RU" sz="2800" b="1" dirty="0">
                <a:latin typeface="+mj-lt"/>
              </a:rPr>
              <a:t> </a:t>
            </a:r>
            <a:r>
              <a:rPr lang="ru-RU" sz="2800" b="1" dirty="0" smtClean="0">
                <a:latin typeface="+mj-lt"/>
              </a:rPr>
              <a:t>приложение</a:t>
            </a:r>
          </a:p>
          <a:p>
            <a:pPr algn="ctr"/>
            <a:r>
              <a:rPr lang="ru-RU" sz="2800" b="1" dirty="0" smtClean="0">
                <a:latin typeface="+mj-lt"/>
              </a:rPr>
              <a:t> </a:t>
            </a:r>
            <a:r>
              <a:rPr lang="ru-RU" sz="2800" b="1" dirty="0">
                <a:latin typeface="+mj-lt"/>
              </a:rPr>
              <a:t>«Чек-лист для путешествий»</a:t>
            </a:r>
          </a:p>
        </p:txBody>
      </p:sp>
    </p:spTree>
    <p:extLst>
      <p:ext uri="{BB962C8B-B14F-4D97-AF65-F5344CB8AC3E}">
        <p14:creationId xmlns:p14="http://schemas.microsoft.com/office/powerpoint/2010/main" val="27651400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Скругленный прямоугольник 1"/>
          <p:cNvSpPr/>
          <p:nvPr/>
        </p:nvSpPr>
        <p:spPr>
          <a:xfrm>
            <a:off x="548640" y="817565"/>
            <a:ext cx="11145520" cy="5725475"/>
          </a:xfrm>
          <a:prstGeom prst="roundRect">
            <a:avLst/>
          </a:prstGeom>
          <a:solidFill>
            <a:schemeClr val="bg1">
              <a:alpha val="50196"/>
            </a:schemeClr>
          </a:solidFill>
          <a:ln w="3175" cap="flat">
            <a:noFill/>
            <a:prstDash val="solid"/>
            <a:miter/>
          </a:ln>
        </p:spPr>
        <p:txBody>
          <a:bodyPr rtlCol="0" anchor="ctr" anchorCtr="0"/>
          <a:lstStyle/>
          <a:p>
            <a:pPr algn="ctr"/>
            <a:endParaRPr lang="ru-RU" sz="2000" dirty="0">
              <a:solidFill>
                <a:schemeClr val="bg1"/>
              </a:solidFill>
              <a:latin typeface="+mj-lt"/>
            </a:endParaRPr>
          </a:p>
        </p:txBody>
      </p:sp>
      <p:sp>
        <p:nvSpPr>
          <p:cNvPr id="14" name="TextBox 13">
            <a:extLst>
              <a:ext uri="{FF2B5EF4-FFF2-40B4-BE49-F238E27FC236}">
                <a16:creationId xmlns:a16="http://schemas.microsoft.com/office/drawing/2014/main" id="{2DC454C0-869F-456D-A853-327405F2BB8A}"/>
              </a:ext>
            </a:extLst>
          </p:cNvPr>
          <p:cNvSpPr txBox="1"/>
          <p:nvPr/>
        </p:nvSpPr>
        <p:spPr>
          <a:xfrm>
            <a:off x="3600005" y="1112592"/>
            <a:ext cx="4837729" cy="646331"/>
          </a:xfrm>
          <a:prstGeom prst="rect">
            <a:avLst/>
          </a:prstGeom>
          <a:noFill/>
        </p:spPr>
        <p:txBody>
          <a:bodyPr wrap="square" rtlCol="0">
            <a:spAutoFit/>
          </a:bodyPr>
          <a:lstStyle/>
          <a:p>
            <a:pPr algn="ctr"/>
            <a:r>
              <a:rPr lang="ru-RU" altLang="ko-KR" sz="3600" dirty="0" smtClean="0">
                <a:latin typeface="+mj-lt"/>
                <a:cs typeface="Arial" panose="020B0604020202020204" pitchFamily="34" charset="0"/>
              </a:rPr>
              <a:t>Предметная область</a:t>
            </a:r>
            <a:endParaRPr lang="ko-KR" altLang="en-US" sz="3600" dirty="0">
              <a:latin typeface="+mj-lt"/>
              <a:cs typeface="Arial" panose="020B0604020202020204" pitchFamily="34" charset="0"/>
            </a:endParaRPr>
          </a:p>
        </p:txBody>
      </p:sp>
      <p:sp>
        <p:nvSpPr>
          <p:cNvPr id="13" name="TextBox 12">
            <a:extLst>
              <a:ext uri="{FF2B5EF4-FFF2-40B4-BE49-F238E27FC236}">
                <a16:creationId xmlns:a16="http://schemas.microsoft.com/office/drawing/2014/main" id="{E2A788A2-9C16-4D17-B7A2-BDACEDE5D3C1}"/>
              </a:ext>
            </a:extLst>
          </p:cNvPr>
          <p:cNvSpPr txBox="1"/>
          <p:nvPr/>
        </p:nvSpPr>
        <p:spPr>
          <a:xfrm>
            <a:off x="642270" y="1686554"/>
            <a:ext cx="10614959" cy="4708981"/>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algn="ctr">
              <a:lnSpc>
                <a:spcPct val="100000"/>
              </a:lnSpc>
            </a:pPr>
            <a:r>
              <a:rPr lang="ru-RU" altLang="ko-KR" sz="2000" dirty="0">
                <a:solidFill>
                  <a:schemeClr val="tx1"/>
                </a:solidFill>
              </a:rPr>
              <a:t>Предметной областью проекта является организация подготовки к путешествиям с помощью электронных чек-листов.</a:t>
            </a:r>
          </a:p>
          <a:p>
            <a:pPr algn="ctr">
              <a:lnSpc>
                <a:spcPct val="100000"/>
              </a:lnSpc>
            </a:pPr>
            <a:endParaRPr lang="ru-RU" altLang="ko-KR" sz="2000" dirty="0">
              <a:solidFill>
                <a:schemeClr val="tx1"/>
              </a:solidFill>
            </a:endParaRPr>
          </a:p>
          <a:p>
            <a:pPr algn="ctr">
              <a:lnSpc>
                <a:spcPct val="100000"/>
              </a:lnSpc>
            </a:pPr>
            <a:r>
              <a:rPr lang="ru-RU" altLang="ko-KR" sz="2000" dirty="0">
                <a:solidFill>
                  <a:schemeClr val="tx1"/>
                </a:solidFill>
              </a:rPr>
              <a:t>Во время подготовки к поездке пользователи часто сталкиваются с проблемой забытых вещей, отсутствием структурированного списка необходимых предметов и неудобством хранения информации. Для решения данной проблемы разрабатывается </a:t>
            </a:r>
            <a:r>
              <a:rPr lang="ru-RU" altLang="ko-KR" sz="2000" dirty="0" err="1">
                <a:solidFill>
                  <a:schemeClr val="tx1"/>
                </a:solidFill>
              </a:rPr>
              <a:t>desktop</a:t>
            </a:r>
            <a:r>
              <a:rPr lang="ru-RU" altLang="ko-KR" sz="2000" dirty="0">
                <a:solidFill>
                  <a:schemeClr val="tx1"/>
                </a:solidFill>
              </a:rPr>
              <a:t>-приложение «</a:t>
            </a:r>
            <a:r>
              <a:rPr lang="ru-RU" altLang="ko-KR" sz="2000" dirty="0" err="1">
                <a:solidFill>
                  <a:schemeClr val="tx1"/>
                </a:solidFill>
              </a:rPr>
              <a:t>TravelPack</a:t>
            </a:r>
            <a:r>
              <a:rPr lang="ru-RU" altLang="ko-KR" sz="2000" dirty="0">
                <a:solidFill>
                  <a:schemeClr val="tx1"/>
                </a:solidFill>
              </a:rPr>
              <a:t> — Чек-лист для путешествий».</a:t>
            </a:r>
          </a:p>
          <a:p>
            <a:pPr algn="ctr">
              <a:lnSpc>
                <a:spcPct val="100000"/>
              </a:lnSpc>
            </a:pPr>
            <a:endParaRPr lang="ru-RU" altLang="ko-KR" sz="2000" dirty="0">
              <a:solidFill>
                <a:schemeClr val="tx1"/>
              </a:solidFill>
            </a:endParaRPr>
          </a:p>
          <a:p>
            <a:pPr algn="ctr">
              <a:lnSpc>
                <a:spcPct val="100000"/>
              </a:lnSpc>
            </a:pPr>
            <a:r>
              <a:rPr lang="ru-RU" altLang="ko-KR" sz="2000" dirty="0">
                <a:solidFill>
                  <a:schemeClr val="tx1"/>
                </a:solidFill>
              </a:rPr>
              <a:t>Приложение предназначено для создания, редактирования и хранения списков вещей, необходимых для различных типов поездок. Пользователь может использовать готовые шаблоны путешествий, создавать собственные категории и добавлять нужные предметы.</a:t>
            </a:r>
          </a:p>
          <a:p>
            <a:pPr algn="ctr">
              <a:lnSpc>
                <a:spcPct val="100000"/>
              </a:lnSpc>
            </a:pPr>
            <a:endParaRPr lang="ru-RU" altLang="ko-KR" sz="2000" dirty="0">
              <a:solidFill>
                <a:schemeClr val="tx1"/>
              </a:solidFill>
            </a:endParaRPr>
          </a:p>
          <a:p>
            <a:pPr algn="ctr">
              <a:lnSpc>
                <a:spcPct val="100000"/>
              </a:lnSpc>
            </a:pPr>
            <a:r>
              <a:rPr lang="ru-RU" altLang="ko-KR" sz="2000" dirty="0">
                <a:solidFill>
                  <a:schemeClr val="tx1"/>
                </a:solidFill>
              </a:rPr>
              <a:t>Система помогает упростить процесс сборов, повысить удобство планирования поездок и снизить вероятность забыть важные вещи.</a:t>
            </a:r>
            <a:endParaRPr lang="ko-KR" altLang="en-US" sz="2000" dirty="0">
              <a:solidFill>
                <a:schemeClr val="tx1"/>
              </a:solidFill>
            </a:endParaRPr>
          </a:p>
        </p:txBody>
      </p:sp>
      <p:pic>
        <p:nvPicPr>
          <p:cNvPr id="47" name="그림 46">
            <a:extLst>
              <a:ext uri="{FF2B5EF4-FFF2-40B4-BE49-F238E27FC236}">
                <a16:creationId xmlns:a16="http://schemas.microsoft.com/office/drawing/2014/main" id="{E511937B-3D08-4DE1-B1A7-DDA1A774996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93568" y="235469"/>
            <a:ext cx="697404" cy="582096"/>
          </a:xfrm>
          <a:prstGeom prst="rect">
            <a:avLst/>
          </a:prstGeom>
        </p:spPr>
      </p:pic>
      <p:pic>
        <p:nvPicPr>
          <p:cNvPr id="48" name="그림 47">
            <a:extLst>
              <a:ext uri="{FF2B5EF4-FFF2-40B4-BE49-F238E27FC236}">
                <a16:creationId xmlns:a16="http://schemas.microsoft.com/office/drawing/2014/main" id="{BAB01020-E592-4308-8821-F33925BC9670}"/>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11395470" y="5472968"/>
            <a:ext cx="741101" cy="737778"/>
          </a:xfrm>
          <a:prstGeom prst="rect">
            <a:avLst/>
          </a:prstGeom>
        </p:spPr>
      </p:pic>
      <p:pic>
        <p:nvPicPr>
          <p:cNvPr id="49" name="그림 48">
            <a:extLst>
              <a:ext uri="{FF2B5EF4-FFF2-40B4-BE49-F238E27FC236}">
                <a16:creationId xmlns:a16="http://schemas.microsoft.com/office/drawing/2014/main" id="{C47F7945-A610-40A1-9F6D-D51CF9FF432E}"/>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8143484" y="54430"/>
            <a:ext cx="742762" cy="727807"/>
          </a:xfrm>
          <a:prstGeom prst="rect">
            <a:avLst/>
          </a:prstGeom>
        </p:spPr>
      </p:pic>
    </p:spTree>
    <p:extLst>
      <p:ext uri="{BB962C8B-B14F-4D97-AF65-F5344CB8AC3E}">
        <p14:creationId xmlns:p14="http://schemas.microsoft.com/office/powerpoint/2010/main" val="283511022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Скругленный прямоугольник 32"/>
          <p:cNvSpPr/>
          <p:nvPr/>
        </p:nvSpPr>
        <p:spPr>
          <a:xfrm>
            <a:off x="538480" y="715965"/>
            <a:ext cx="11145520" cy="5725475"/>
          </a:xfrm>
          <a:prstGeom prst="roundRect">
            <a:avLst/>
          </a:prstGeom>
          <a:solidFill>
            <a:schemeClr val="bg1">
              <a:alpha val="50196"/>
            </a:schemeClr>
          </a:solidFill>
          <a:ln w="3175" cap="flat">
            <a:noFill/>
            <a:prstDash val="solid"/>
            <a:miter/>
          </a:ln>
        </p:spPr>
        <p:txBody>
          <a:bodyPr rtlCol="0" anchor="ctr" anchorCtr="0"/>
          <a:lstStyle/>
          <a:p>
            <a:pPr algn="ctr"/>
            <a:endParaRPr lang="ru-RU" sz="2000" dirty="0">
              <a:solidFill>
                <a:schemeClr val="bg1"/>
              </a:solidFill>
              <a:latin typeface="+mj-lt"/>
            </a:endParaRPr>
          </a:p>
        </p:txBody>
      </p:sp>
      <p:sp>
        <p:nvSpPr>
          <p:cNvPr id="2" name="TextBox 1"/>
          <p:cNvSpPr txBox="1"/>
          <p:nvPr/>
        </p:nvSpPr>
        <p:spPr>
          <a:xfrm>
            <a:off x="889000" y="1268492"/>
            <a:ext cx="1566600" cy="3293209"/>
          </a:xfrm>
          <a:prstGeom prst="rect">
            <a:avLst/>
          </a:prstGeom>
          <a:noFill/>
        </p:spPr>
        <p:txBody>
          <a:bodyPr wrap="square" rtlCol="0">
            <a:spAutoFit/>
          </a:bodyPr>
          <a:lstStyle/>
          <a:p>
            <a:r>
              <a:rPr lang="ru-RU" sz="1600" dirty="0">
                <a:cs typeface="Arial" panose="020B0604020202020204" pitchFamily="34" charset="0"/>
              </a:rPr>
              <a:t>Разработка настольного приложения для составления персонализированных чек-листов путешественника с поддержкой категорий, готовых шаблонов и сохранением списков в файл.</a:t>
            </a:r>
          </a:p>
        </p:txBody>
      </p:sp>
      <p:sp>
        <p:nvSpPr>
          <p:cNvPr id="3" name="TextBox 2"/>
          <p:cNvSpPr txBox="1"/>
          <p:nvPr/>
        </p:nvSpPr>
        <p:spPr>
          <a:xfrm>
            <a:off x="861060" y="876300"/>
            <a:ext cx="1452880" cy="461665"/>
          </a:xfrm>
          <a:prstGeom prst="rect">
            <a:avLst/>
          </a:prstGeom>
          <a:noFill/>
        </p:spPr>
        <p:txBody>
          <a:bodyPr wrap="square" rtlCol="0">
            <a:spAutoFit/>
          </a:bodyPr>
          <a:lstStyle/>
          <a:p>
            <a:r>
              <a:rPr lang="ru-RU" sz="2400" b="1" dirty="0" smtClean="0">
                <a:latin typeface="+mj-lt"/>
              </a:rPr>
              <a:t>Цель</a:t>
            </a:r>
            <a:r>
              <a:rPr lang="en-US" sz="2400" b="1" dirty="0" smtClean="0">
                <a:latin typeface="+mj-lt"/>
              </a:rPr>
              <a:t>:</a:t>
            </a:r>
            <a:endParaRPr lang="ru-RU" sz="2400" b="1" dirty="0">
              <a:latin typeface="+mj-lt"/>
            </a:endParaRPr>
          </a:p>
        </p:txBody>
      </p:sp>
      <p:sp>
        <p:nvSpPr>
          <p:cNvPr id="18" name="TextBox 17"/>
          <p:cNvSpPr txBox="1"/>
          <p:nvPr/>
        </p:nvSpPr>
        <p:spPr>
          <a:xfrm>
            <a:off x="2697480" y="876299"/>
            <a:ext cx="1452880" cy="461665"/>
          </a:xfrm>
          <a:prstGeom prst="rect">
            <a:avLst/>
          </a:prstGeom>
          <a:noFill/>
        </p:spPr>
        <p:txBody>
          <a:bodyPr wrap="square" rtlCol="0">
            <a:spAutoFit/>
          </a:bodyPr>
          <a:lstStyle/>
          <a:p>
            <a:r>
              <a:rPr lang="ru-RU" sz="2400" b="1" dirty="0" smtClean="0">
                <a:latin typeface="+mj-lt"/>
              </a:rPr>
              <a:t>Задачи</a:t>
            </a:r>
            <a:r>
              <a:rPr lang="en-US" sz="2400" b="1" dirty="0" smtClean="0">
                <a:latin typeface="+mj-lt"/>
              </a:rPr>
              <a:t>:</a:t>
            </a:r>
            <a:endParaRPr lang="ru-RU" sz="2400" b="1" dirty="0">
              <a:latin typeface="+mj-lt"/>
            </a:endParaRPr>
          </a:p>
        </p:txBody>
      </p:sp>
      <p:sp>
        <p:nvSpPr>
          <p:cNvPr id="4" name="TextBox 3"/>
          <p:cNvSpPr txBox="1"/>
          <p:nvPr/>
        </p:nvSpPr>
        <p:spPr>
          <a:xfrm>
            <a:off x="2697480" y="1253995"/>
            <a:ext cx="8462700" cy="4524315"/>
          </a:xfrm>
          <a:prstGeom prst="rect">
            <a:avLst/>
          </a:prstGeom>
          <a:noFill/>
        </p:spPr>
        <p:txBody>
          <a:bodyPr wrap="square" rtlCol="0">
            <a:spAutoFit/>
          </a:bodyPr>
          <a:lstStyle/>
          <a:p>
            <a:r>
              <a:rPr lang="en-US" sz="1600" dirty="0" smtClean="0"/>
              <a:t>1.</a:t>
            </a:r>
            <a:r>
              <a:rPr lang="ru-RU" sz="1600" dirty="0" smtClean="0"/>
              <a:t> </a:t>
            </a:r>
            <a:r>
              <a:rPr lang="ru-RU" sz="1600" dirty="0"/>
              <a:t>Изучить предметную область организации путешествий и подготовки списков необходимых вещей.</a:t>
            </a:r>
          </a:p>
          <a:p>
            <a:r>
              <a:rPr lang="en-US" sz="1600" dirty="0" smtClean="0"/>
              <a:t>2.</a:t>
            </a:r>
            <a:r>
              <a:rPr lang="ru-RU" sz="1600" dirty="0" smtClean="0"/>
              <a:t>Разработать </a:t>
            </a:r>
            <a:r>
              <a:rPr lang="ru-RU" sz="1600" dirty="0" err="1"/>
              <a:t>desktop</a:t>
            </a:r>
            <a:r>
              <a:rPr lang="ru-RU" sz="1600" dirty="0"/>
              <a:t>-приложение для удобного создания и ведения чек-листов путешествий.</a:t>
            </a:r>
          </a:p>
          <a:p>
            <a:r>
              <a:rPr lang="en-US" sz="1600" dirty="0" smtClean="0"/>
              <a:t>3.</a:t>
            </a:r>
            <a:r>
              <a:rPr lang="ru-RU" sz="1600" dirty="0" smtClean="0"/>
              <a:t>Создать </a:t>
            </a:r>
            <a:r>
              <a:rPr lang="ru-RU" sz="1600" dirty="0"/>
              <a:t>удобный и интуитивно понятный графический интерфейс пользователя.</a:t>
            </a:r>
          </a:p>
          <a:p>
            <a:r>
              <a:rPr lang="en-US" sz="1600" dirty="0" smtClean="0"/>
              <a:t>4.</a:t>
            </a:r>
            <a:r>
              <a:rPr lang="ru-RU" sz="1600" dirty="0" smtClean="0"/>
              <a:t>Реализовать </a:t>
            </a:r>
            <a:r>
              <a:rPr lang="ru-RU" sz="1600" dirty="0"/>
              <a:t>систему готовых шаблонов для различных типов </a:t>
            </a:r>
            <a:r>
              <a:rPr lang="ru-RU" sz="1600" dirty="0" smtClean="0"/>
              <a:t>поездок:</a:t>
            </a:r>
          </a:p>
          <a:p>
            <a:r>
              <a:rPr lang="ru-RU" sz="1600" dirty="0" smtClean="0"/>
              <a:t>пляжный отдых</a:t>
            </a:r>
            <a:r>
              <a:rPr lang="en-US" sz="1600" dirty="0" smtClean="0"/>
              <a:t>,</a:t>
            </a:r>
            <a:r>
              <a:rPr lang="ru-RU" sz="1600" dirty="0" smtClean="0"/>
              <a:t>поход</a:t>
            </a:r>
            <a:r>
              <a:rPr lang="en-US" sz="1600" dirty="0" smtClean="0"/>
              <a:t>,</a:t>
            </a:r>
            <a:r>
              <a:rPr lang="ru-RU" sz="1600" dirty="0" smtClean="0"/>
              <a:t>командировка</a:t>
            </a:r>
            <a:r>
              <a:rPr lang="ru-RU" sz="1600" dirty="0"/>
              <a:t>.</a:t>
            </a:r>
          </a:p>
          <a:p>
            <a:r>
              <a:rPr lang="ru-RU" sz="1600" dirty="0"/>
              <a:t>5. Реализовать возможность управления категориями </a:t>
            </a:r>
            <a:r>
              <a:rPr lang="ru-RU" sz="1600" dirty="0" err="1" smtClean="0"/>
              <a:t>вещей:добавление</a:t>
            </a:r>
            <a:r>
              <a:rPr lang="ru-RU" sz="1600" dirty="0" smtClean="0"/>
              <a:t> категорий</a:t>
            </a:r>
            <a:r>
              <a:rPr lang="en-US" sz="1600" dirty="0" smtClean="0"/>
              <a:t>,</a:t>
            </a:r>
            <a:r>
              <a:rPr lang="ru-RU" sz="1600" dirty="0" smtClean="0"/>
              <a:t>удаление </a:t>
            </a:r>
            <a:r>
              <a:rPr lang="ru-RU" sz="1600" dirty="0"/>
              <a:t>категорий.</a:t>
            </a:r>
          </a:p>
          <a:p>
            <a:r>
              <a:rPr lang="ru-RU" sz="1600" dirty="0"/>
              <a:t>6. Реализовать возможность управления списком </a:t>
            </a:r>
            <a:r>
              <a:rPr lang="ru-RU" sz="1600" dirty="0" err="1" smtClean="0"/>
              <a:t>вещей:добавление</a:t>
            </a:r>
            <a:r>
              <a:rPr lang="ru-RU" sz="1600" dirty="0" smtClean="0"/>
              <a:t> вещей</a:t>
            </a:r>
            <a:r>
              <a:rPr lang="en-US" sz="1600" dirty="0" smtClean="0"/>
              <a:t>,</a:t>
            </a:r>
            <a:r>
              <a:rPr lang="ru-RU" sz="1600" dirty="0" smtClean="0"/>
              <a:t>удаление вещей</a:t>
            </a:r>
            <a:r>
              <a:rPr lang="en-US" sz="1600" dirty="0" smtClean="0"/>
              <a:t>,</a:t>
            </a:r>
            <a:r>
              <a:rPr lang="ru-RU" sz="1600" dirty="0" smtClean="0"/>
              <a:t>просмотр </a:t>
            </a:r>
            <a:r>
              <a:rPr lang="ru-RU" sz="1600" dirty="0"/>
              <a:t>списка вещей.</a:t>
            </a:r>
          </a:p>
          <a:p>
            <a:r>
              <a:rPr lang="ru-RU" sz="1600" dirty="0"/>
              <a:t>7. Реализовать механизм отметки собранных вещей с помощью </a:t>
            </a:r>
            <a:r>
              <a:rPr lang="ru-RU" sz="1600" dirty="0" err="1"/>
              <a:t>чекбоксов</a:t>
            </a:r>
            <a:r>
              <a:rPr lang="ru-RU" sz="1600" dirty="0"/>
              <a:t>.</a:t>
            </a:r>
          </a:p>
          <a:p>
            <a:r>
              <a:rPr lang="en-US" sz="1600" dirty="0"/>
              <a:t>8</a:t>
            </a:r>
            <a:r>
              <a:rPr lang="ru-RU" sz="1600" dirty="0" smtClean="0"/>
              <a:t>. </a:t>
            </a:r>
            <a:r>
              <a:rPr lang="ru-RU" sz="1600" dirty="0"/>
              <a:t>Обеспечить корректную работу приложения при большом количестве категорий и элементов за счёт использования прокрутки.</a:t>
            </a:r>
          </a:p>
          <a:p>
            <a:r>
              <a:rPr lang="en-US" sz="1600" dirty="0"/>
              <a:t>9</a:t>
            </a:r>
            <a:r>
              <a:rPr lang="ru-RU" sz="1600" dirty="0" smtClean="0"/>
              <a:t>. </a:t>
            </a:r>
            <a:r>
              <a:rPr lang="ru-RU" sz="1600" dirty="0"/>
              <a:t>Реализовать функции массового управления списком</a:t>
            </a:r>
            <a:r>
              <a:rPr lang="ru-RU" sz="1600" dirty="0" smtClean="0"/>
              <a:t>:</a:t>
            </a:r>
            <a:endParaRPr lang="ru-RU" sz="1600" dirty="0"/>
          </a:p>
          <a:p>
            <a:r>
              <a:rPr lang="ru-RU" sz="1600" dirty="0"/>
              <a:t>* отметить все вещи;</a:t>
            </a:r>
          </a:p>
          <a:p>
            <a:r>
              <a:rPr lang="ru-RU" sz="1600" dirty="0"/>
              <a:t>* снять все отметки;</a:t>
            </a:r>
          </a:p>
          <a:p>
            <a:r>
              <a:rPr lang="ru-RU" sz="1600" dirty="0"/>
              <a:t>* очистить список вещей</a:t>
            </a:r>
            <a:r>
              <a:rPr lang="ru-RU" sz="1600" dirty="0" smtClean="0"/>
              <a:t>.</a:t>
            </a:r>
            <a:endParaRPr lang="ru-RU" sz="1600" dirty="0"/>
          </a:p>
        </p:txBody>
      </p:sp>
      <p:cxnSp>
        <p:nvCxnSpPr>
          <p:cNvPr id="6" name="Прямая соединительная линия 5"/>
          <p:cNvCxnSpPr/>
          <p:nvPr/>
        </p:nvCxnSpPr>
        <p:spPr>
          <a:xfrm flipH="1">
            <a:off x="2455600" y="952500"/>
            <a:ext cx="27940" cy="4564708"/>
          </a:xfrm>
          <a:prstGeom prst="line">
            <a:avLst/>
          </a:prstGeom>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2490699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Скругленный прямоугольник 1"/>
          <p:cNvSpPr/>
          <p:nvPr/>
        </p:nvSpPr>
        <p:spPr>
          <a:xfrm>
            <a:off x="619760" y="701040"/>
            <a:ext cx="11033760" cy="5557520"/>
          </a:xfrm>
          <a:prstGeom prst="roundRect">
            <a:avLst/>
          </a:prstGeom>
          <a:solidFill>
            <a:srgbClr val="FFFFFF">
              <a:alpha val="60000"/>
            </a:srgbClr>
          </a:solidFill>
          <a:ln w="3175" cap="flat">
            <a:noFill/>
            <a:prstDash val="solid"/>
            <a:miter/>
          </a:ln>
        </p:spPr>
        <p:txBody>
          <a:bodyPr rtlCol="0" anchor="ctr" anchorCtr="0"/>
          <a:lstStyle/>
          <a:p>
            <a:pPr algn="ctr"/>
            <a:endParaRPr lang="ru-RU" sz="2000" dirty="0">
              <a:solidFill>
                <a:schemeClr val="bg1"/>
              </a:solidFill>
              <a:latin typeface="+mj-lt"/>
            </a:endParaRPr>
          </a:p>
        </p:txBody>
      </p:sp>
      <p:sp>
        <p:nvSpPr>
          <p:cNvPr id="14" name="TextBox 13">
            <a:extLst>
              <a:ext uri="{FF2B5EF4-FFF2-40B4-BE49-F238E27FC236}">
                <a16:creationId xmlns:a16="http://schemas.microsoft.com/office/drawing/2014/main" id="{2DC454C0-869F-456D-A853-327405F2BB8A}"/>
              </a:ext>
            </a:extLst>
          </p:cNvPr>
          <p:cNvSpPr txBox="1"/>
          <p:nvPr/>
        </p:nvSpPr>
        <p:spPr>
          <a:xfrm>
            <a:off x="3677136" y="1285312"/>
            <a:ext cx="4837729" cy="646331"/>
          </a:xfrm>
          <a:prstGeom prst="rect">
            <a:avLst/>
          </a:prstGeom>
          <a:noFill/>
        </p:spPr>
        <p:txBody>
          <a:bodyPr wrap="square" rtlCol="0">
            <a:spAutoFit/>
          </a:bodyPr>
          <a:lstStyle/>
          <a:p>
            <a:pPr algn="ctr"/>
            <a:r>
              <a:rPr lang="ru-RU" altLang="ko-KR" sz="3600" dirty="0" smtClean="0">
                <a:latin typeface="+mj-lt"/>
                <a:cs typeface="Arial" panose="020B0604020202020204" pitchFamily="34" charset="0"/>
              </a:rPr>
              <a:t>Актуальность</a:t>
            </a:r>
            <a:endParaRPr lang="ko-KR" altLang="en-US" sz="3600" dirty="0">
              <a:latin typeface="+mj-lt"/>
              <a:cs typeface="Arial" panose="020B0604020202020204" pitchFamily="34" charset="0"/>
            </a:endParaRPr>
          </a:p>
        </p:txBody>
      </p:sp>
      <p:sp>
        <p:nvSpPr>
          <p:cNvPr id="13" name="TextBox 12">
            <a:extLst>
              <a:ext uri="{FF2B5EF4-FFF2-40B4-BE49-F238E27FC236}">
                <a16:creationId xmlns:a16="http://schemas.microsoft.com/office/drawing/2014/main" id="{E2A788A2-9C16-4D17-B7A2-BDACEDE5D3C1}"/>
              </a:ext>
            </a:extLst>
          </p:cNvPr>
          <p:cNvSpPr txBox="1"/>
          <p:nvPr/>
        </p:nvSpPr>
        <p:spPr>
          <a:xfrm>
            <a:off x="1573790" y="2267026"/>
            <a:ext cx="8890160" cy="3354765"/>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algn="ctr">
              <a:lnSpc>
                <a:spcPct val="100000"/>
              </a:lnSpc>
            </a:pPr>
            <a:r>
              <a:rPr lang="ru-RU" sz="2000" dirty="0"/>
              <a:t>В современном ритме жизни подготовка к поездке часто сопровождается стрессом и риском забыть важные вещи. Цифровые списки помогают структурировать процесс сборов, снижают вероятность ошибок и экономят время. Большинство существующих решений (заметки, текстовые файлы или универсальные планировщики) либо не адаптированы под специфику путешествий, либо перегружены функциями. Данное приложение предлагает простой и наглядный способ управления чек-листами с возможностью быстрого выбора шаблона (пляж, поход, командировка) и создания собственных категорий. Приложение не требует подключения к интернету и работает на любом компьютере с установленным </a:t>
            </a:r>
            <a:r>
              <a:rPr lang="ru-RU" sz="2000" dirty="0" err="1"/>
              <a:t>Python</a:t>
            </a:r>
            <a:r>
              <a:rPr lang="ru-RU" sz="2000" dirty="0"/>
              <a:t>.</a:t>
            </a:r>
          </a:p>
          <a:p>
            <a:pPr algn="ctr">
              <a:lnSpc>
                <a:spcPct val="100000"/>
              </a:lnSpc>
            </a:pPr>
            <a:endParaRPr lang="ko-KR" altLang="en-US" sz="1200" dirty="0">
              <a:solidFill>
                <a:schemeClr val="tx1"/>
              </a:solidFill>
            </a:endParaRPr>
          </a:p>
        </p:txBody>
      </p:sp>
    </p:spTree>
    <p:extLst>
      <p:ext uri="{BB962C8B-B14F-4D97-AF65-F5344CB8AC3E}">
        <p14:creationId xmlns:p14="http://schemas.microsoft.com/office/powerpoint/2010/main" val="29521688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Скругленный прямоугольник 28"/>
          <p:cNvSpPr/>
          <p:nvPr/>
        </p:nvSpPr>
        <p:spPr>
          <a:xfrm>
            <a:off x="5203978" y="1036320"/>
            <a:ext cx="6258560" cy="4958080"/>
          </a:xfrm>
          <a:prstGeom prst="roundRect">
            <a:avLst/>
          </a:prstGeom>
          <a:solidFill>
            <a:schemeClr val="bg1">
              <a:alpha val="50196"/>
            </a:schemeClr>
          </a:solidFill>
          <a:ln w="3175" cap="flat">
            <a:noFill/>
            <a:prstDash val="solid"/>
            <a:miter/>
          </a:ln>
        </p:spPr>
        <p:txBody>
          <a:bodyPr rtlCol="0" anchor="ctr" anchorCtr="0"/>
          <a:lstStyle/>
          <a:p>
            <a:pPr algn="ctr"/>
            <a:endParaRPr lang="ru-RU" sz="2000" dirty="0">
              <a:solidFill>
                <a:schemeClr val="bg1"/>
              </a:solidFill>
              <a:latin typeface="+mj-lt"/>
            </a:endParaRPr>
          </a:p>
        </p:txBody>
      </p:sp>
      <p:sp>
        <p:nvSpPr>
          <p:cNvPr id="28" name="Скругленный прямоугольник 27"/>
          <p:cNvSpPr/>
          <p:nvPr/>
        </p:nvSpPr>
        <p:spPr>
          <a:xfrm>
            <a:off x="548640" y="817565"/>
            <a:ext cx="3769360" cy="2329763"/>
          </a:xfrm>
          <a:prstGeom prst="roundRect">
            <a:avLst/>
          </a:prstGeom>
          <a:solidFill>
            <a:schemeClr val="bg1">
              <a:alpha val="50196"/>
            </a:schemeClr>
          </a:solidFill>
          <a:ln w="3175" cap="flat">
            <a:noFill/>
            <a:prstDash val="solid"/>
            <a:miter/>
          </a:ln>
        </p:spPr>
        <p:txBody>
          <a:bodyPr rtlCol="0" anchor="ctr" anchorCtr="0"/>
          <a:lstStyle/>
          <a:p>
            <a:pPr algn="ctr"/>
            <a:endParaRPr lang="ru-RU" sz="2000" dirty="0">
              <a:solidFill>
                <a:schemeClr val="bg1"/>
              </a:solidFill>
              <a:latin typeface="+mj-lt"/>
            </a:endParaRPr>
          </a:p>
        </p:txBody>
      </p:sp>
      <p:sp>
        <p:nvSpPr>
          <p:cNvPr id="16" name="TextBox 15">
            <a:extLst>
              <a:ext uri="{FF2B5EF4-FFF2-40B4-BE49-F238E27FC236}">
                <a16:creationId xmlns:a16="http://schemas.microsoft.com/office/drawing/2014/main" id="{F20A1551-4920-4165-A003-F790D1ABAD47}"/>
              </a:ext>
            </a:extLst>
          </p:cNvPr>
          <p:cNvSpPr txBox="1"/>
          <p:nvPr/>
        </p:nvSpPr>
        <p:spPr>
          <a:xfrm>
            <a:off x="1091537" y="1334199"/>
            <a:ext cx="3442364" cy="1200329"/>
          </a:xfrm>
          <a:prstGeom prst="rect">
            <a:avLst/>
          </a:prstGeom>
          <a:noFill/>
        </p:spPr>
        <p:txBody>
          <a:bodyPr wrap="square" rtlCol="0">
            <a:spAutoFit/>
          </a:bodyPr>
          <a:lstStyle/>
          <a:p>
            <a:r>
              <a:rPr lang="ru-RU" altLang="ko-KR" sz="3600" dirty="0" smtClean="0">
                <a:latin typeface="+mj-lt"/>
                <a:cs typeface="Arial" panose="020B0604020202020204" pitchFamily="34" charset="0"/>
              </a:rPr>
              <a:t>Основной Функционал</a:t>
            </a:r>
            <a:endParaRPr lang="ko-KR" altLang="en-US" sz="3600" dirty="0">
              <a:latin typeface="+mj-lt"/>
              <a:cs typeface="Arial" panose="020B0604020202020204" pitchFamily="34" charset="0"/>
            </a:endParaRPr>
          </a:p>
        </p:txBody>
      </p:sp>
      <p:sp>
        <p:nvSpPr>
          <p:cNvPr id="19" name="직사각형 18">
            <a:extLst>
              <a:ext uri="{FF2B5EF4-FFF2-40B4-BE49-F238E27FC236}">
                <a16:creationId xmlns:a16="http://schemas.microsoft.com/office/drawing/2014/main" id="{50D0CF9D-EB95-4B74-9B98-4E6A324E2627}"/>
              </a:ext>
            </a:extLst>
          </p:cNvPr>
          <p:cNvSpPr/>
          <p:nvPr/>
        </p:nvSpPr>
        <p:spPr>
          <a:xfrm>
            <a:off x="5941543" y="1949752"/>
            <a:ext cx="2534241" cy="646331"/>
          </a:xfrm>
          <a:prstGeom prst="rect">
            <a:avLst/>
          </a:prstGeom>
          <a:noFill/>
        </p:spPr>
        <p:txBody>
          <a:bodyPr wrap="square" rtlCol="0">
            <a:spAutoFit/>
          </a:bodyPr>
          <a:lstStyle/>
          <a:p>
            <a:r>
              <a:rPr lang="ru-RU" altLang="ko-KR" dirty="0" smtClean="0">
                <a:latin typeface="+mj-lt"/>
              </a:rPr>
              <a:t>Добавление/удаление категорий</a:t>
            </a:r>
            <a:endParaRPr lang="en-US" altLang="ko-KR" dirty="0">
              <a:latin typeface="+mj-lt"/>
            </a:endParaRPr>
          </a:p>
        </p:txBody>
      </p:sp>
      <p:sp>
        <p:nvSpPr>
          <p:cNvPr id="20" name="직사각형 19">
            <a:extLst>
              <a:ext uri="{FF2B5EF4-FFF2-40B4-BE49-F238E27FC236}">
                <a16:creationId xmlns:a16="http://schemas.microsoft.com/office/drawing/2014/main" id="{EFBF65F8-6F42-411C-905C-C82CFD8CDADD}"/>
              </a:ext>
            </a:extLst>
          </p:cNvPr>
          <p:cNvSpPr/>
          <p:nvPr/>
        </p:nvSpPr>
        <p:spPr>
          <a:xfrm>
            <a:off x="5916144" y="1386065"/>
            <a:ext cx="1524001" cy="523220"/>
          </a:xfrm>
          <a:prstGeom prst="rect">
            <a:avLst/>
          </a:prstGeom>
          <a:noFill/>
        </p:spPr>
        <p:txBody>
          <a:bodyPr wrap="square" rtlCol="0">
            <a:spAutoFit/>
          </a:bodyPr>
          <a:lstStyle/>
          <a:p>
            <a:r>
              <a:rPr lang="en-US" altLang="ko-KR" sz="2800" dirty="0">
                <a:latin typeface="+mj-lt"/>
              </a:rPr>
              <a:t>01.</a:t>
            </a:r>
          </a:p>
        </p:txBody>
      </p:sp>
      <p:sp>
        <p:nvSpPr>
          <p:cNvPr id="22" name="직사각형 21">
            <a:extLst>
              <a:ext uri="{FF2B5EF4-FFF2-40B4-BE49-F238E27FC236}">
                <a16:creationId xmlns:a16="http://schemas.microsoft.com/office/drawing/2014/main" id="{FF9A73EF-CC53-46ED-88F6-D116DC702A93}"/>
              </a:ext>
            </a:extLst>
          </p:cNvPr>
          <p:cNvSpPr/>
          <p:nvPr/>
        </p:nvSpPr>
        <p:spPr>
          <a:xfrm>
            <a:off x="8708749" y="1949752"/>
            <a:ext cx="2527820" cy="646331"/>
          </a:xfrm>
          <a:prstGeom prst="rect">
            <a:avLst/>
          </a:prstGeom>
          <a:noFill/>
        </p:spPr>
        <p:txBody>
          <a:bodyPr wrap="square" rtlCol="0">
            <a:spAutoFit/>
          </a:bodyPr>
          <a:lstStyle/>
          <a:p>
            <a:r>
              <a:rPr lang="ru-RU" altLang="ko-KR" dirty="0" smtClean="0">
                <a:latin typeface="+mj-lt"/>
              </a:rPr>
              <a:t>Добавление/удаление вещей</a:t>
            </a:r>
            <a:endParaRPr lang="en-US" altLang="ko-KR" dirty="0">
              <a:latin typeface="+mj-lt"/>
            </a:endParaRPr>
          </a:p>
        </p:txBody>
      </p:sp>
      <p:sp>
        <p:nvSpPr>
          <p:cNvPr id="23" name="직사각형 22">
            <a:extLst>
              <a:ext uri="{FF2B5EF4-FFF2-40B4-BE49-F238E27FC236}">
                <a16:creationId xmlns:a16="http://schemas.microsoft.com/office/drawing/2014/main" id="{AB9BB376-340D-48E4-B39F-7FD9E19E5053}"/>
              </a:ext>
            </a:extLst>
          </p:cNvPr>
          <p:cNvSpPr/>
          <p:nvPr/>
        </p:nvSpPr>
        <p:spPr>
          <a:xfrm>
            <a:off x="8683349" y="1386065"/>
            <a:ext cx="1524001" cy="523220"/>
          </a:xfrm>
          <a:prstGeom prst="rect">
            <a:avLst/>
          </a:prstGeom>
          <a:noFill/>
        </p:spPr>
        <p:txBody>
          <a:bodyPr wrap="square" rtlCol="0">
            <a:spAutoFit/>
          </a:bodyPr>
          <a:lstStyle/>
          <a:p>
            <a:r>
              <a:rPr lang="en-US" altLang="ko-KR" sz="2800" dirty="0">
                <a:latin typeface="+mj-lt"/>
              </a:rPr>
              <a:t>02.</a:t>
            </a:r>
          </a:p>
        </p:txBody>
      </p:sp>
      <p:sp>
        <p:nvSpPr>
          <p:cNvPr id="39" name="직사각형 38">
            <a:extLst>
              <a:ext uri="{FF2B5EF4-FFF2-40B4-BE49-F238E27FC236}">
                <a16:creationId xmlns:a16="http://schemas.microsoft.com/office/drawing/2014/main" id="{5129CC44-1418-487C-BBCE-5E5E9D0A37F9}"/>
              </a:ext>
            </a:extLst>
          </p:cNvPr>
          <p:cNvSpPr/>
          <p:nvPr/>
        </p:nvSpPr>
        <p:spPr>
          <a:xfrm>
            <a:off x="5941544" y="3244334"/>
            <a:ext cx="2391714" cy="369332"/>
          </a:xfrm>
          <a:prstGeom prst="rect">
            <a:avLst/>
          </a:prstGeom>
          <a:noFill/>
        </p:spPr>
        <p:txBody>
          <a:bodyPr wrap="square" rtlCol="0">
            <a:spAutoFit/>
          </a:bodyPr>
          <a:lstStyle/>
          <a:p>
            <a:r>
              <a:rPr lang="ru-RU" altLang="ko-KR" dirty="0" smtClean="0">
                <a:latin typeface="+mj-lt"/>
              </a:rPr>
              <a:t>Сохранение списка</a:t>
            </a:r>
            <a:endParaRPr lang="en-US" altLang="ko-KR" dirty="0">
              <a:latin typeface="+mj-lt"/>
            </a:endParaRPr>
          </a:p>
        </p:txBody>
      </p:sp>
      <p:sp>
        <p:nvSpPr>
          <p:cNvPr id="40" name="직사각형 39">
            <a:extLst>
              <a:ext uri="{FF2B5EF4-FFF2-40B4-BE49-F238E27FC236}">
                <a16:creationId xmlns:a16="http://schemas.microsoft.com/office/drawing/2014/main" id="{0AF2CC8A-FE84-40E7-A329-ABA1B3BCFF7D}"/>
              </a:ext>
            </a:extLst>
          </p:cNvPr>
          <p:cNvSpPr/>
          <p:nvPr/>
        </p:nvSpPr>
        <p:spPr>
          <a:xfrm>
            <a:off x="5913779" y="2642041"/>
            <a:ext cx="1524001" cy="523220"/>
          </a:xfrm>
          <a:prstGeom prst="rect">
            <a:avLst/>
          </a:prstGeom>
          <a:noFill/>
        </p:spPr>
        <p:txBody>
          <a:bodyPr wrap="square" rtlCol="0">
            <a:spAutoFit/>
          </a:bodyPr>
          <a:lstStyle/>
          <a:p>
            <a:r>
              <a:rPr lang="en-US" altLang="ko-KR" sz="2800" dirty="0">
                <a:latin typeface="+mj-lt"/>
              </a:rPr>
              <a:t>03.</a:t>
            </a:r>
          </a:p>
        </p:txBody>
      </p:sp>
      <p:sp>
        <p:nvSpPr>
          <p:cNvPr id="42" name="직사각형 41">
            <a:extLst>
              <a:ext uri="{FF2B5EF4-FFF2-40B4-BE49-F238E27FC236}">
                <a16:creationId xmlns:a16="http://schemas.microsoft.com/office/drawing/2014/main" id="{56ABD6E5-7810-45FE-9822-88FB444A0604}"/>
              </a:ext>
            </a:extLst>
          </p:cNvPr>
          <p:cNvSpPr/>
          <p:nvPr/>
        </p:nvSpPr>
        <p:spPr>
          <a:xfrm>
            <a:off x="8683348" y="3244334"/>
            <a:ext cx="2391714" cy="923330"/>
          </a:xfrm>
          <a:prstGeom prst="rect">
            <a:avLst/>
          </a:prstGeom>
          <a:noFill/>
        </p:spPr>
        <p:txBody>
          <a:bodyPr wrap="square" rtlCol="0">
            <a:spAutoFit/>
          </a:bodyPr>
          <a:lstStyle/>
          <a:p>
            <a:r>
              <a:rPr lang="ru-RU" altLang="ko-KR" dirty="0" smtClean="0">
                <a:latin typeface="+mj-lt"/>
              </a:rPr>
              <a:t>Редактирование пользовательского шаблона</a:t>
            </a:r>
            <a:endParaRPr lang="en-US" altLang="ko-KR" dirty="0">
              <a:latin typeface="+mj-lt"/>
            </a:endParaRPr>
          </a:p>
        </p:txBody>
      </p:sp>
      <p:sp>
        <p:nvSpPr>
          <p:cNvPr id="43" name="직사각형 42">
            <a:extLst>
              <a:ext uri="{FF2B5EF4-FFF2-40B4-BE49-F238E27FC236}">
                <a16:creationId xmlns:a16="http://schemas.microsoft.com/office/drawing/2014/main" id="{31A7D14F-B6DF-4E24-810A-2360B83105B2}"/>
              </a:ext>
            </a:extLst>
          </p:cNvPr>
          <p:cNvSpPr/>
          <p:nvPr/>
        </p:nvSpPr>
        <p:spPr>
          <a:xfrm>
            <a:off x="8683348" y="2624108"/>
            <a:ext cx="1524001" cy="523220"/>
          </a:xfrm>
          <a:prstGeom prst="rect">
            <a:avLst/>
          </a:prstGeom>
          <a:noFill/>
        </p:spPr>
        <p:txBody>
          <a:bodyPr wrap="square" rtlCol="0">
            <a:spAutoFit/>
          </a:bodyPr>
          <a:lstStyle/>
          <a:p>
            <a:r>
              <a:rPr lang="en-US" altLang="ko-KR" sz="2800" dirty="0">
                <a:latin typeface="+mj-lt"/>
              </a:rPr>
              <a:t>04.</a:t>
            </a:r>
          </a:p>
        </p:txBody>
      </p:sp>
      <p:sp>
        <p:nvSpPr>
          <p:cNvPr id="26" name="직사각형 42">
            <a:extLst>
              <a:ext uri="{FF2B5EF4-FFF2-40B4-BE49-F238E27FC236}">
                <a16:creationId xmlns:a16="http://schemas.microsoft.com/office/drawing/2014/main" id="{31A7D14F-B6DF-4E24-810A-2360B83105B2}"/>
              </a:ext>
            </a:extLst>
          </p:cNvPr>
          <p:cNvSpPr/>
          <p:nvPr/>
        </p:nvSpPr>
        <p:spPr>
          <a:xfrm>
            <a:off x="5941544" y="4390020"/>
            <a:ext cx="1524001" cy="523220"/>
          </a:xfrm>
          <a:prstGeom prst="rect">
            <a:avLst/>
          </a:prstGeom>
          <a:noFill/>
        </p:spPr>
        <p:txBody>
          <a:bodyPr wrap="square" rtlCol="0">
            <a:spAutoFit/>
          </a:bodyPr>
          <a:lstStyle/>
          <a:p>
            <a:r>
              <a:rPr lang="en-US" altLang="ko-KR" sz="2800" dirty="0" smtClean="0">
                <a:latin typeface="+mj-lt"/>
              </a:rPr>
              <a:t>0</a:t>
            </a:r>
            <a:r>
              <a:rPr lang="ru-RU" altLang="ko-KR" sz="2800" dirty="0" smtClean="0">
                <a:latin typeface="+mj-lt"/>
              </a:rPr>
              <a:t>5</a:t>
            </a:r>
            <a:r>
              <a:rPr lang="en-US" altLang="ko-KR" sz="2800" dirty="0" smtClean="0">
                <a:latin typeface="+mj-lt"/>
              </a:rPr>
              <a:t>.</a:t>
            </a:r>
            <a:endParaRPr lang="en-US" altLang="ko-KR" sz="2800" dirty="0">
              <a:latin typeface="+mj-lt"/>
            </a:endParaRPr>
          </a:p>
        </p:txBody>
      </p:sp>
      <p:sp>
        <p:nvSpPr>
          <p:cNvPr id="27" name="직사각형 38">
            <a:extLst>
              <a:ext uri="{FF2B5EF4-FFF2-40B4-BE49-F238E27FC236}">
                <a16:creationId xmlns:a16="http://schemas.microsoft.com/office/drawing/2014/main" id="{5129CC44-1418-487C-BBCE-5E5E9D0A37F9}"/>
              </a:ext>
            </a:extLst>
          </p:cNvPr>
          <p:cNvSpPr/>
          <p:nvPr/>
        </p:nvSpPr>
        <p:spPr>
          <a:xfrm>
            <a:off x="5913778" y="4946060"/>
            <a:ext cx="2562005" cy="923330"/>
          </a:xfrm>
          <a:prstGeom prst="rect">
            <a:avLst/>
          </a:prstGeom>
          <a:noFill/>
        </p:spPr>
        <p:txBody>
          <a:bodyPr wrap="square" rtlCol="0">
            <a:spAutoFit/>
          </a:bodyPr>
          <a:lstStyle/>
          <a:p>
            <a:r>
              <a:rPr lang="ru-RU" altLang="ko-KR" dirty="0" smtClean="0">
                <a:latin typeface="+mj-lt"/>
              </a:rPr>
              <a:t>Добавление/удаление отметки для каждой вещи</a:t>
            </a:r>
            <a:endParaRPr lang="en-US" altLang="ko-KR" dirty="0">
              <a:latin typeface="+mj-lt"/>
            </a:endParaRPr>
          </a:p>
        </p:txBody>
      </p:sp>
    </p:spTree>
    <p:extLst>
      <p:ext uri="{BB962C8B-B14F-4D97-AF65-F5344CB8AC3E}">
        <p14:creationId xmlns:p14="http://schemas.microsoft.com/office/powerpoint/2010/main" val="375883201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1600" y="1559981"/>
            <a:ext cx="12090400" cy="3539430"/>
          </a:xfrm>
          <a:prstGeom prst="rect">
            <a:avLst/>
          </a:prstGeom>
          <a:noFill/>
        </p:spPr>
        <p:txBody>
          <a:bodyPr wrap="square" rtlCol="0">
            <a:spAutoFit/>
          </a:bodyPr>
          <a:lstStyle/>
          <a:p>
            <a:pPr marL="457200" indent="-457200">
              <a:buFont typeface="Arial" panose="020B0604020202020204" pitchFamily="34" charset="0"/>
              <a:buChar char="•"/>
            </a:pPr>
            <a:r>
              <a:rPr lang="ru-RU" sz="3200" dirty="0" smtClean="0"/>
              <a:t>Язык программирования</a:t>
            </a:r>
            <a:r>
              <a:rPr lang="en-US" sz="3200" dirty="0" smtClean="0"/>
              <a:t>:Python</a:t>
            </a:r>
            <a:endParaRPr lang="ru-RU" sz="3200" dirty="0" smtClean="0"/>
          </a:p>
          <a:p>
            <a:pPr marL="457200" indent="-457200">
              <a:buFont typeface="Arial" panose="020B0604020202020204" pitchFamily="34" charset="0"/>
              <a:buChar char="•"/>
            </a:pPr>
            <a:r>
              <a:rPr lang="ru-RU" sz="3200" dirty="0"/>
              <a:t>Библиотека </a:t>
            </a:r>
            <a:r>
              <a:rPr lang="en-US" sz="3200" dirty="0" err="1"/>
              <a:t>Tkinter</a:t>
            </a:r>
            <a:r>
              <a:rPr lang="en-US" sz="3200" dirty="0"/>
              <a:t> </a:t>
            </a:r>
            <a:r>
              <a:rPr lang="ru-RU" sz="3200" dirty="0"/>
              <a:t>для создания </a:t>
            </a:r>
            <a:endParaRPr lang="ru-RU" sz="3200" dirty="0" smtClean="0"/>
          </a:p>
          <a:p>
            <a:r>
              <a:rPr lang="ru-RU" sz="3200" dirty="0" smtClean="0"/>
              <a:t>графических </a:t>
            </a:r>
            <a:r>
              <a:rPr lang="ru-RU" sz="3200" dirty="0"/>
              <a:t>интерфейсов</a:t>
            </a:r>
            <a:r>
              <a:rPr lang="ru-RU" sz="3200" dirty="0" smtClean="0"/>
              <a:t>.</a:t>
            </a:r>
          </a:p>
          <a:p>
            <a:pPr marL="457200" indent="-457200">
              <a:buFont typeface="Arial" panose="020B0604020202020204" pitchFamily="34" charset="0"/>
              <a:buChar char="•"/>
            </a:pPr>
            <a:r>
              <a:rPr lang="en-US" sz="3200" dirty="0"/>
              <a:t>JSON – </a:t>
            </a:r>
            <a:r>
              <a:rPr lang="ru-RU" sz="3200" dirty="0"/>
              <a:t>текстовый формат обмена данными</a:t>
            </a:r>
          </a:p>
          <a:p>
            <a:pPr marL="457200" indent="-457200">
              <a:buFont typeface="Arial" panose="020B0604020202020204" pitchFamily="34" charset="0"/>
              <a:buChar char="•"/>
            </a:pPr>
            <a:endParaRPr lang="ru-RU" sz="3200" dirty="0"/>
          </a:p>
          <a:p>
            <a:pPr marL="457200" indent="-457200">
              <a:buFont typeface="Arial" panose="020B0604020202020204" pitchFamily="34" charset="0"/>
              <a:buChar char="•"/>
            </a:pPr>
            <a:endParaRPr lang="ru-RU" sz="3200" dirty="0" smtClean="0"/>
          </a:p>
          <a:p>
            <a:pPr marL="457200" indent="-457200">
              <a:buFont typeface="Arial" panose="020B0604020202020204" pitchFamily="34" charset="0"/>
              <a:buChar char="•"/>
            </a:pPr>
            <a:endParaRPr lang="ru-RU" sz="3200" dirty="0"/>
          </a:p>
        </p:txBody>
      </p:sp>
      <p:sp>
        <p:nvSpPr>
          <p:cNvPr id="6" name="Google Shape;98;p11"/>
          <p:cNvSpPr txBox="1"/>
          <p:nvPr/>
        </p:nvSpPr>
        <p:spPr>
          <a:xfrm>
            <a:off x="5324703" y="303446"/>
            <a:ext cx="1962557" cy="541687"/>
          </a:xfrm>
          <a:prstGeom prst="rect">
            <a:avLst/>
          </a:prstGeom>
          <a:noFill/>
          <a:ln>
            <a:noFill/>
          </a:ln>
        </p:spPr>
        <p:txBody>
          <a:bodyPr spcFirstLastPara="1" wrap="square" lIns="0" tIns="0" rIns="0" bIns="0" anchor="t" anchorCtr="0">
            <a:spAutoFit/>
          </a:bodyPr>
          <a:lstStyle/>
          <a:p>
            <a:pPr marL="0" marR="0" lvl="0" indent="0" algn="ctr" rtl="0">
              <a:lnSpc>
                <a:spcPct val="80000"/>
              </a:lnSpc>
              <a:spcBef>
                <a:spcPts val="0"/>
              </a:spcBef>
              <a:spcAft>
                <a:spcPts val="0"/>
              </a:spcAft>
              <a:buNone/>
            </a:pPr>
            <a:r>
              <a:rPr lang="ru-RU" sz="4400" b="0" i="0" u="none" strike="noStrike" cap="none" dirty="0" smtClean="0">
                <a:latin typeface="+mj-lt"/>
                <a:ea typeface="DM Serif Display"/>
                <a:cs typeface="DM Serif Display"/>
                <a:sym typeface="DM Serif Display"/>
              </a:rPr>
              <a:t>Стек </a:t>
            </a:r>
            <a:endParaRPr sz="4400" dirty="0">
              <a:latin typeface="+mj-lt"/>
            </a:endParaRPr>
          </a:p>
        </p:txBody>
      </p:sp>
    </p:spTree>
    <p:extLst>
      <p:ext uri="{BB962C8B-B14F-4D97-AF65-F5344CB8AC3E}">
        <p14:creationId xmlns:p14="http://schemas.microsoft.com/office/powerpoint/2010/main" val="2840418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Скругленный прямоугольник 60"/>
          <p:cNvSpPr/>
          <p:nvPr/>
        </p:nvSpPr>
        <p:spPr>
          <a:xfrm>
            <a:off x="538480" y="750559"/>
            <a:ext cx="11145520" cy="6036321"/>
          </a:xfrm>
          <a:prstGeom prst="roundRect">
            <a:avLst/>
          </a:prstGeom>
          <a:solidFill>
            <a:schemeClr val="bg1">
              <a:alpha val="50196"/>
            </a:schemeClr>
          </a:solidFill>
          <a:ln w="3175" cap="flat">
            <a:noFill/>
            <a:prstDash val="solid"/>
            <a:miter/>
          </a:ln>
        </p:spPr>
        <p:txBody>
          <a:bodyPr rtlCol="0" anchor="ctr" anchorCtr="0"/>
          <a:lstStyle/>
          <a:p>
            <a:pPr algn="ctr"/>
            <a:endParaRPr lang="ru-RU" sz="2000" dirty="0">
              <a:solidFill>
                <a:schemeClr val="bg1"/>
              </a:solidFill>
              <a:latin typeface="+mj-lt"/>
            </a:endParaRPr>
          </a:p>
        </p:txBody>
      </p:sp>
      <p:sp>
        <p:nvSpPr>
          <p:cNvPr id="20" name="직사각형 19">
            <a:extLst>
              <a:ext uri="{FF2B5EF4-FFF2-40B4-BE49-F238E27FC236}">
                <a16:creationId xmlns:a16="http://schemas.microsoft.com/office/drawing/2014/main" id="{9DD10006-4A01-4FF2-8C91-AFF6BF0F256F}"/>
              </a:ext>
            </a:extLst>
          </p:cNvPr>
          <p:cNvSpPr/>
          <p:nvPr/>
        </p:nvSpPr>
        <p:spPr>
          <a:xfrm>
            <a:off x="2567270" y="227339"/>
            <a:ext cx="6661292" cy="523220"/>
          </a:xfrm>
          <a:prstGeom prst="rect">
            <a:avLst/>
          </a:prstGeom>
        </p:spPr>
        <p:txBody>
          <a:bodyPr wrap="square">
            <a:spAutoFit/>
          </a:bodyPr>
          <a:lstStyle/>
          <a:p>
            <a:r>
              <a:rPr lang="ru-RU" altLang="ko-KR" sz="2800" dirty="0" smtClean="0">
                <a:latin typeface="+mj-lt"/>
                <a:cs typeface="Arial" panose="020B0604020202020204" pitchFamily="34" charset="0"/>
              </a:rPr>
              <a:t>Сценарий использования приложения</a:t>
            </a:r>
            <a:endParaRPr lang="ko-KR" altLang="en-US" sz="2800" dirty="0">
              <a:latin typeface="+mj-lt"/>
              <a:cs typeface="Arial" panose="020B0604020202020204" pitchFamily="34" charset="0"/>
            </a:endParaRPr>
          </a:p>
        </p:txBody>
      </p:sp>
      <p:grpSp>
        <p:nvGrpSpPr>
          <p:cNvPr id="7" name="Группа 6"/>
          <p:cNvGrpSpPr/>
          <p:nvPr/>
        </p:nvGrpSpPr>
        <p:grpSpPr>
          <a:xfrm>
            <a:off x="1115082" y="863600"/>
            <a:ext cx="1973848" cy="2824480"/>
            <a:chOff x="4290328" y="1341120"/>
            <a:chExt cx="2336800" cy="3413760"/>
          </a:xfrm>
        </p:grpSpPr>
        <p:sp>
          <p:nvSpPr>
            <p:cNvPr id="3" name="Скругленный прямоугольник 2"/>
            <p:cNvSpPr/>
            <p:nvPr/>
          </p:nvSpPr>
          <p:spPr>
            <a:xfrm>
              <a:off x="4290328" y="2116330"/>
              <a:ext cx="2336800" cy="2638550"/>
            </a:xfrm>
            <a:prstGeom prst="roundRect">
              <a:avLst/>
            </a:prstGeom>
            <a:solidFill>
              <a:srgbClr val="00B7D5"/>
            </a:solidFill>
            <a:ln w="3175" cap="flat">
              <a:noFill/>
              <a:prstDash val="solid"/>
              <a:miter/>
            </a:ln>
          </p:spPr>
          <p:txBody>
            <a:bodyPr rtlCol="0" anchor="ctr" anchorCtr="0"/>
            <a:lstStyle/>
            <a:p>
              <a:pPr algn="ctr"/>
              <a:r>
                <a:rPr lang="ru-RU" sz="2000" dirty="0"/>
                <a:t>Запуск приложения</a:t>
              </a:r>
            </a:p>
            <a:p>
              <a:pPr algn="ctr"/>
              <a:endParaRPr lang="ru-RU" sz="2000" dirty="0">
                <a:solidFill>
                  <a:schemeClr val="bg1"/>
                </a:solidFill>
                <a:latin typeface="+mj-lt"/>
              </a:endParaRPr>
            </a:p>
          </p:txBody>
        </p:sp>
        <p:sp>
          <p:nvSpPr>
            <p:cNvPr id="4" name="Овал 3"/>
            <p:cNvSpPr/>
            <p:nvPr/>
          </p:nvSpPr>
          <p:spPr>
            <a:xfrm>
              <a:off x="4450080" y="1341120"/>
              <a:ext cx="1280160" cy="1310640"/>
            </a:xfrm>
            <a:prstGeom prst="ellipse">
              <a:avLst/>
            </a:prstGeom>
            <a:solidFill>
              <a:schemeClr val="bg1"/>
            </a:solidFill>
            <a:ln w="28575" cap="flat">
              <a:solidFill>
                <a:schemeClr val="tx1"/>
              </a:solidFill>
              <a:prstDash val="solid"/>
              <a:miter/>
            </a:ln>
          </p:spPr>
          <p:txBody>
            <a:bodyPr rtlCol="0" anchor="ctr" anchorCtr="0"/>
            <a:lstStyle/>
            <a:p>
              <a:pPr algn="ctr"/>
              <a:endParaRPr lang="ru-RU" sz="2000" dirty="0">
                <a:solidFill>
                  <a:schemeClr val="bg1"/>
                </a:solidFill>
                <a:latin typeface="+mj-lt"/>
              </a:endParaRPr>
            </a:p>
          </p:txBody>
        </p:sp>
        <p:sp>
          <p:nvSpPr>
            <p:cNvPr id="5" name="TextBox 4"/>
            <p:cNvSpPr txBox="1"/>
            <p:nvPr/>
          </p:nvSpPr>
          <p:spPr>
            <a:xfrm>
              <a:off x="4836160" y="1580941"/>
              <a:ext cx="751840" cy="830997"/>
            </a:xfrm>
            <a:prstGeom prst="rect">
              <a:avLst/>
            </a:prstGeom>
            <a:noFill/>
          </p:spPr>
          <p:txBody>
            <a:bodyPr wrap="square" rtlCol="0">
              <a:spAutoFit/>
            </a:bodyPr>
            <a:lstStyle/>
            <a:p>
              <a:r>
                <a:rPr lang="ru-RU" sz="4800" b="1" dirty="0" smtClean="0">
                  <a:latin typeface="+mj-lt"/>
                </a:rPr>
                <a:t>1</a:t>
              </a:r>
              <a:endParaRPr lang="ru-RU" sz="4800" b="1" dirty="0">
                <a:latin typeface="+mj-lt"/>
              </a:endParaRPr>
            </a:p>
          </p:txBody>
        </p:sp>
        <p:sp>
          <p:nvSpPr>
            <p:cNvPr id="6" name="TextBox 5"/>
            <p:cNvSpPr txBox="1"/>
            <p:nvPr/>
          </p:nvSpPr>
          <p:spPr>
            <a:xfrm>
              <a:off x="4450080" y="2794000"/>
              <a:ext cx="1971040" cy="483586"/>
            </a:xfrm>
            <a:prstGeom prst="rect">
              <a:avLst/>
            </a:prstGeom>
            <a:noFill/>
          </p:spPr>
          <p:txBody>
            <a:bodyPr wrap="square" rtlCol="0">
              <a:spAutoFit/>
            </a:bodyPr>
            <a:lstStyle/>
            <a:p>
              <a:endParaRPr lang="ru-RU" sz="2000" dirty="0"/>
            </a:p>
          </p:txBody>
        </p:sp>
      </p:grpSp>
      <p:grpSp>
        <p:nvGrpSpPr>
          <p:cNvPr id="21" name="Группа 20"/>
          <p:cNvGrpSpPr/>
          <p:nvPr/>
        </p:nvGrpSpPr>
        <p:grpSpPr>
          <a:xfrm>
            <a:off x="9372323" y="863600"/>
            <a:ext cx="1973848" cy="2824480"/>
            <a:chOff x="4290329" y="1341120"/>
            <a:chExt cx="2336800" cy="3413760"/>
          </a:xfrm>
        </p:grpSpPr>
        <p:sp>
          <p:nvSpPr>
            <p:cNvPr id="22" name="Скругленный прямоугольник 21"/>
            <p:cNvSpPr/>
            <p:nvPr/>
          </p:nvSpPr>
          <p:spPr>
            <a:xfrm>
              <a:off x="4290329" y="2116330"/>
              <a:ext cx="2336800" cy="2638550"/>
            </a:xfrm>
            <a:prstGeom prst="roundRect">
              <a:avLst/>
            </a:prstGeom>
            <a:solidFill>
              <a:srgbClr val="00B7D5"/>
            </a:solidFill>
            <a:ln w="3175" cap="flat">
              <a:noFill/>
              <a:prstDash val="solid"/>
              <a:miter/>
            </a:ln>
          </p:spPr>
          <p:txBody>
            <a:bodyPr rtlCol="0" anchor="ctr" anchorCtr="0"/>
            <a:lstStyle/>
            <a:p>
              <a:pPr algn="ctr"/>
              <a:r>
                <a:rPr lang="ru-RU" sz="2000" dirty="0" smtClean="0"/>
                <a:t>Добавление/</a:t>
              </a:r>
            </a:p>
            <a:p>
              <a:pPr algn="ctr"/>
              <a:r>
                <a:rPr lang="ru-RU" sz="2000" dirty="0" smtClean="0"/>
                <a:t>удаление вещи</a:t>
              </a:r>
              <a:endParaRPr lang="ru-RU" sz="2000" dirty="0">
                <a:solidFill>
                  <a:schemeClr val="bg1"/>
                </a:solidFill>
                <a:latin typeface="+mj-lt"/>
              </a:endParaRPr>
            </a:p>
          </p:txBody>
        </p:sp>
        <p:sp>
          <p:nvSpPr>
            <p:cNvPr id="23" name="Овал 22"/>
            <p:cNvSpPr/>
            <p:nvPr/>
          </p:nvSpPr>
          <p:spPr>
            <a:xfrm>
              <a:off x="4450079" y="1341120"/>
              <a:ext cx="1280160" cy="1310640"/>
            </a:xfrm>
            <a:prstGeom prst="ellipse">
              <a:avLst/>
            </a:prstGeom>
            <a:solidFill>
              <a:schemeClr val="bg1"/>
            </a:solidFill>
            <a:ln w="28575" cap="flat">
              <a:solidFill>
                <a:schemeClr val="tx1"/>
              </a:solidFill>
              <a:prstDash val="solid"/>
              <a:miter/>
            </a:ln>
          </p:spPr>
          <p:txBody>
            <a:bodyPr rtlCol="0" anchor="ctr" anchorCtr="0"/>
            <a:lstStyle/>
            <a:p>
              <a:pPr algn="ctr"/>
              <a:endParaRPr lang="ru-RU" sz="2000" dirty="0">
                <a:solidFill>
                  <a:schemeClr val="bg1"/>
                </a:solidFill>
                <a:latin typeface="+mj-lt"/>
              </a:endParaRPr>
            </a:p>
          </p:txBody>
        </p:sp>
        <p:sp>
          <p:nvSpPr>
            <p:cNvPr id="24" name="TextBox 23"/>
            <p:cNvSpPr txBox="1"/>
            <p:nvPr/>
          </p:nvSpPr>
          <p:spPr>
            <a:xfrm>
              <a:off x="4836159" y="1580941"/>
              <a:ext cx="751840" cy="1004370"/>
            </a:xfrm>
            <a:prstGeom prst="rect">
              <a:avLst/>
            </a:prstGeom>
            <a:noFill/>
          </p:spPr>
          <p:txBody>
            <a:bodyPr wrap="square" rtlCol="0">
              <a:spAutoFit/>
            </a:bodyPr>
            <a:lstStyle/>
            <a:p>
              <a:r>
                <a:rPr lang="ru-RU" sz="4800" b="1" dirty="0" smtClean="0">
                  <a:latin typeface="+mj-lt"/>
                </a:rPr>
                <a:t>4</a:t>
              </a:r>
              <a:endParaRPr lang="ru-RU" sz="4800" b="1" dirty="0">
                <a:latin typeface="+mj-lt"/>
              </a:endParaRPr>
            </a:p>
          </p:txBody>
        </p:sp>
      </p:grpSp>
      <p:grpSp>
        <p:nvGrpSpPr>
          <p:cNvPr id="26" name="Группа 25"/>
          <p:cNvGrpSpPr/>
          <p:nvPr/>
        </p:nvGrpSpPr>
        <p:grpSpPr>
          <a:xfrm>
            <a:off x="6628286" y="834096"/>
            <a:ext cx="1973848" cy="2824480"/>
            <a:chOff x="4290328" y="1341120"/>
            <a:chExt cx="2336800" cy="3413760"/>
          </a:xfrm>
        </p:grpSpPr>
        <p:sp>
          <p:nvSpPr>
            <p:cNvPr id="27" name="Скругленный прямоугольник 26"/>
            <p:cNvSpPr/>
            <p:nvPr/>
          </p:nvSpPr>
          <p:spPr>
            <a:xfrm>
              <a:off x="4290328" y="2116330"/>
              <a:ext cx="2336800" cy="2638550"/>
            </a:xfrm>
            <a:prstGeom prst="roundRect">
              <a:avLst/>
            </a:prstGeom>
            <a:solidFill>
              <a:srgbClr val="00B7D5"/>
            </a:solidFill>
            <a:ln w="3175" cap="flat">
              <a:noFill/>
              <a:prstDash val="solid"/>
              <a:miter/>
            </a:ln>
          </p:spPr>
          <p:txBody>
            <a:bodyPr rtlCol="0" anchor="ctr" anchorCtr="0"/>
            <a:lstStyle/>
            <a:p>
              <a:pPr algn="ctr"/>
              <a:r>
                <a:rPr lang="ru-RU" sz="2000" dirty="0" smtClean="0"/>
                <a:t>Добавление/</a:t>
              </a:r>
            </a:p>
            <a:p>
              <a:pPr algn="ctr"/>
              <a:r>
                <a:rPr lang="ru-RU" sz="2000" dirty="0" smtClean="0"/>
                <a:t>удаление категории </a:t>
              </a:r>
              <a:endParaRPr lang="ru-RU" sz="2000" dirty="0"/>
            </a:p>
            <a:p>
              <a:pPr algn="ctr"/>
              <a:endParaRPr lang="ru-RU" sz="2000" dirty="0">
                <a:solidFill>
                  <a:schemeClr val="bg1"/>
                </a:solidFill>
                <a:latin typeface="+mj-lt"/>
              </a:endParaRPr>
            </a:p>
          </p:txBody>
        </p:sp>
        <p:sp>
          <p:nvSpPr>
            <p:cNvPr id="28" name="Овал 27"/>
            <p:cNvSpPr/>
            <p:nvPr/>
          </p:nvSpPr>
          <p:spPr>
            <a:xfrm>
              <a:off x="4450080" y="1341120"/>
              <a:ext cx="1280160" cy="1310640"/>
            </a:xfrm>
            <a:prstGeom prst="ellipse">
              <a:avLst/>
            </a:prstGeom>
            <a:solidFill>
              <a:schemeClr val="bg1"/>
            </a:solidFill>
            <a:ln w="28575" cap="flat">
              <a:solidFill>
                <a:schemeClr val="tx1"/>
              </a:solidFill>
              <a:prstDash val="solid"/>
              <a:miter/>
            </a:ln>
          </p:spPr>
          <p:txBody>
            <a:bodyPr rtlCol="0" anchor="ctr" anchorCtr="0"/>
            <a:lstStyle/>
            <a:p>
              <a:pPr algn="ctr"/>
              <a:endParaRPr lang="ru-RU" sz="2000" dirty="0">
                <a:solidFill>
                  <a:schemeClr val="bg1"/>
                </a:solidFill>
                <a:latin typeface="+mj-lt"/>
              </a:endParaRPr>
            </a:p>
          </p:txBody>
        </p:sp>
        <p:sp>
          <p:nvSpPr>
            <p:cNvPr id="29" name="TextBox 28"/>
            <p:cNvSpPr txBox="1"/>
            <p:nvPr/>
          </p:nvSpPr>
          <p:spPr>
            <a:xfrm>
              <a:off x="4836160" y="1580941"/>
              <a:ext cx="751840" cy="1004370"/>
            </a:xfrm>
            <a:prstGeom prst="rect">
              <a:avLst/>
            </a:prstGeom>
            <a:noFill/>
          </p:spPr>
          <p:txBody>
            <a:bodyPr wrap="square" rtlCol="0">
              <a:spAutoFit/>
            </a:bodyPr>
            <a:lstStyle/>
            <a:p>
              <a:r>
                <a:rPr lang="ru-RU" sz="4800" b="1" dirty="0" smtClean="0">
                  <a:latin typeface="+mj-lt"/>
                </a:rPr>
                <a:t>3</a:t>
              </a:r>
              <a:endParaRPr lang="ru-RU" sz="4800" b="1" dirty="0">
                <a:latin typeface="+mj-lt"/>
              </a:endParaRPr>
            </a:p>
          </p:txBody>
        </p:sp>
      </p:grpSp>
      <p:grpSp>
        <p:nvGrpSpPr>
          <p:cNvPr id="31" name="Группа 30"/>
          <p:cNvGrpSpPr/>
          <p:nvPr/>
        </p:nvGrpSpPr>
        <p:grpSpPr>
          <a:xfrm>
            <a:off x="1115082" y="3805766"/>
            <a:ext cx="1973848" cy="2824480"/>
            <a:chOff x="4290328" y="1341120"/>
            <a:chExt cx="2336800" cy="3413760"/>
          </a:xfrm>
        </p:grpSpPr>
        <p:sp>
          <p:nvSpPr>
            <p:cNvPr id="32" name="Скругленный прямоугольник 31"/>
            <p:cNvSpPr/>
            <p:nvPr/>
          </p:nvSpPr>
          <p:spPr>
            <a:xfrm>
              <a:off x="4290328" y="2116330"/>
              <a:ext cx="2336800" cy="2638550"/>
            </a:xfrm>
            <a:prstGeom prst="roundRect">
              <a:avLst/>
            </a:prstGeom>
            <a:solidFill>
              <a:srgbClr val="00B7D5"/>
            </a:solidFill>
            <a:ln w="3175" cap="flat">
              <a:noFill/>
              <a:prstDash val="solid"/>
              <a:miter/>
            </a:ln>
          </p:spPr>
          <p:txBody>
            <a:bodyPr rtlCol="0" anchor="ctr" anchorCtr="0"/>
            <a:lstStyle/>
            <a:p>
              <a:pPr algn="ctr"/>
              <a:r>
                <a:rPr lang="ru-RU" sz="2000" dirty="0" smtClean="0"/>
                <a:t>Сохранение шаблона</a:t>
              </a:r>
              <a:endParaRPr lang="ru-RU" sz="2000" dirty="0">
                <a:solidFill>
                  <a:schemeClr val="bg1"/>
                </a:solidFill>
                <a:latin typeface="+mj-lt"/>
              </a:endParaRPr>
            </a:p>
          </p:txBody>
        </p:sp>
        <p:sp>
          <p:nvSpPr>
            <p:cNvPr id="33" name="Овал 32"/>
            <p:cNvSpPr/>
            <p:nvPr/>
          </p:nvSpPr>
          <p:spPr>
            <a:xfrm>
              <a:off x="4450080" y="1341120"/>
              <a:ext cx="1280160" cy="1310640"/>
            </a:xfrm>
            <a:prstGeom prst="ellipse">
              <a:avLst/>
            </a:prstGeom>
            <a:solidFill>
              <a:schemeClr val="bg1"/>
            </a:solidFill>
            <a:ln w="28575" cap="flat">
              <a:solidFill>
                <a:schemeClr val="tx1"/>
              </a:solidFill>
              <a:prstDash val="solid"/>
              <a:miter/>
            </a:ln>
          </p:spPr>
          <p:txBody>
            <a:bodyPr rtlCol="0" anchor="ctr" anchorCtr="0"/>
            <a:lstStyle/>
            <a:p>
              <a:pPr algn="ctr"/>
              <a:endParaRPr lang="ru-RU" sz="2000" dirty="0">
                <a:solidFill>
                  <a:schemeClr val="bg1"/>
                </a:solidFill>
                <a:latin typeface="+mj-lt"/>
              </a:endParaRPr>
            </a:p>
          </p:txBody>
        </p:sp>
        <p:sp>
          <p:nvSpPr>
            <p:cNvPr id="34" name="TextBox 33"/>
            <p:cNvSpPr txBox="1"/>
            <p:nvPr/>
          </p:nvSpPr>
          <p:spPr>
            <a:xfrm>
              <a:off x="4836160" y="1580941"/>
              <a:ext cx="751840" cy="1004370"/>
            </a:xfrm>
            <a:prstGeom prst="rect">
              <a:avLst/>
            </a:prstGeom>
            <a:noFill/>
          </p:spPr>
          <p:txBody>
            <a:bodyPr wrap="square" rtlCol="0">
              <a:spAutoFit/>
            </a:bodyPr>
            <a:lstStyle/>
            <a:p>
              <a:r>
                <a:rPr lang="ru-RU" sz="4800" b="1" dirty="0">
                  <a:latin typeface="+mj-lt"/>
                </a:rPr>
                <a:t>5</a:t>
              </a:r>
            </a:p>
          </p:txBody>
        </p:sp>
      </p:grpSp>
      <p:grpSp>
        <p:nvGrpSpPr>
          <p:cNvPr id="36" name="Группа 35"/>
          <p:cNvGrpSpPr/>
          <p:nvPr/>
        </p:nvGrpSpPr>
        <p:grpSpPr>
          <a:xfrm>
            <a:off x="3881076" y="3805766"/>
            <a:ext cx="1973848" cy="2824480"/>
            <a:chOff x="4290328" y="1341120"/>
            <a:chExt cx="2336800" cy="3413760"/>
          </a:xfrm>
        </p:grpSpPr>
        <p:sp>
          <p:nvSpPr>
            <p:cNvPr id="37" name="Скругленный прямоугольник 36"/>
            <p:cNvSpPr/>
            <p:nvPr/>
          </p:nvSpPr>
          <p:spPr>
            <a:xfrm>
              <a:off x="4290328" y="2116330"/>
              <a:ext cx="2336800" cy="2638550"/>
            </a:xfrm>
            <a:prstGeom prst="roundRect">
              <a:avLst/>
            </a:prstGeom>
            <a:solidFill>
              <a:srgbClr val="00B7D5"/>
            </a:solidFill>
            <a:ln w="3175" cap="flat">
              <a:noFill/>
              <a:prstDash val="solid"/>
              <a:miter/>
            </a:ln>
          </p:spPr>
          <p:txBody>
            <a:bodyPr rtlCol="0" anchor="ctr" anchorCtr="0"/>
            <a:lstStyle/>
            <a:p>
              <a:pPr algn="ctr"/>
              <a:r>
                <a:rPr lang="ru-RU" sz="2000" dirty="0" smtClean="0"/>
                <a:t>Отметка </a:t>
              </a:r>
              <a:r>
                <a:rPr lang="ru-RU" sz="2000" dirty="0" err="1" smtClean="0"/>
                <a:t>нкжныых</a:t>
              </a:r>
              <a:r>
                <a:rPr lang="ru-RU" sz="2000" dirty="0" smtClean="0"/>
                <a:t> элементов в списке</a:t>
              </a:r>
              <a:endParaRPr lang="ru-RU" sz="2000" dirty="0">
                <a:solidFill>
                  <a:schemeClr val="bg1"/>
                </a:solidFill>
                <a:latin typeface="+mj-lt"/>
              </a:endParaRPr>
            </a:p>
          </p:txBody>
        </p:sp>
        <p:sp>
          <p:nvSpPr>
            <p:cNvPr id="38" name="Овал 37"/>
            <p:cNvSpPr/>
            <p:nvPr/>
          </p:nvSpPr>
          <p:spPr>
            <a:xfrm>
              <a:off x="4450080" y="1341120"/>
              <a:ext cx="1280160" cy="1310640"/>
            </a:xfrm>
            <a:prstGeom prst="ellipse">
              <a:avLst/>
            </a:prstGeom>
            <a:solidFill>
              <a:schemeClr val="bg1"/>
            </a:solidFill>
            <a:ln w="28575" cap="flat">
              <a:solidFill>
                <a:schemeClr val="tx1"/>
              </a:solidFill>
              <a:prstDash val="solid"/>
              <a:miter/>
            </a:ln>
          </p:spPr>
          <p:txBody>
            <a:bodyPr rtlCol="0" anchor="ctr" anchorCtr="0"/>
            <a:lstStyle/>
            <a:p>
              <a:pPr algn="ctr"/>
              <a:endParaRPr lang="ru-RU" sz="2000" dirty="0">
                <a:solidFill>
                  <a:schemeClr val="bg1"/>
                </a:solidFill>
                <a:latin typeface="+mj-lt"/>
              </a:endParaRPr>
            </a:p>
          </p:txBody>
        </p:sp>
        <p:sp>
          <p:nvSpPr>
            <p:cNvPr id="39" name="TextBox 38"/>
            <p:cNvSpPr txBox="1"/>
            <p:nvPr/>
          </p:nvSpPr>
          <p:spPr>
            <a:xfrm>
              <a:off x="4836160" y="1580941"/>
              <a:ext cx="751840" cy="1004370"/>
            </a:xfrm>
            <a:prstGeom prst="rect">
              <a:avLst/>
            </a:prstGeom>
            <a:noFill/>
          </p:spPr>
          <p:txBody>
            <a:bodyPr wrap="square" rtlCol="0">
              <a:spAutoFit/>
            </a:bodyPr>
            <a:lstStyle/>
            <a:p>
              <a:r>
                <a:rPr lang="ru-RU" sz="4800" b="1" dirty="0">
                  <a:latin typeface="+mj-lt"/>
                </a:rPr>
                <a:t>6</a:t>
              </a:r>
              <a:endParaRPr lang="ru-RU" sz="4800" b="1" dirty="0">
                <a:latin typeface="+mj-lt"/>
              </a:endParaRPr>
            </a:p>
          </p:txBody>
        </p:sp>
      </p:grpSp>
      <p:grpSp>
        <p:nvGrpSpPr>
          <p:cNvPr id="41" name="Группа 40"/>
          <p:cNvGrpSpPr/>
          <p:nvPr/>
        </p:nvGrpSpPr>
        <p:grpSpPr>
          <a:xfrm>
            <a:off x="3884363" y="863600"/>
            <a:ext cx="1973848" cy="2824480"/>
            <a:chOff x="4290328" y="1341120"/>
            <a:chExt cx="2336800" cy="3413760"/>
          </a:xfrm>
        </p:grpSpPr>
        <p:sp>
          <p:nvSpPr>
            <p:cNvPr id="42" name="Скругленный прямоугольник 41"/>
            <p:cNvSpPr/>
            <p:nvPr/>
          </p:nvSpPr>
          <p:spPr>
            <a:xfrm>
              <a:off x="4290328" y="2116330"/>
              <a:ext cx="2336800" cy="2638550"/>
            </a:xfrm>
            <a:prstGeom prst="roundRect">
              <a:avLst/>
            </a:prstGeom>
            <a:solidFill>
              <a:srgbClr val="00B7D5"/>
            </a:solidFill>
            <a:ln w="3175" cap="flat">
              <a:noFill/>
              <a:prstDash val="solid"/>
              <a:miter/>
            </a:ln>
          </p:spPr>
          <p:txBody>
            <a:bodyPr rtlCol="0" anchor="ctr" anchorCtr="0"/>
            <a:lstStyle/>
            <a:p>
              <a:pPr algn="ctr"/>
              <a:r>
                <a:rPr lang="ru-RU" sz="2000" dirty="0" smtClean="0"/>
                <a:t>Выбор</a:t>
              </a:r>
            </a:p>
            <a:p>
              <a:pPr algn="ctr"/>
              <a:r>
                <a:rPr lang="ru-RU" sz="2000" dirty="0" smtClean="0"/>
                <a:t> шаблона</a:t>
              </a:r>
              <a:endParaRPr lang="ru-RU" sz="2000" dirty="0">
                <a:solidFill>
                  <a:schemeClr val="bg1"/>
                </a:solidFill>
                <a:latin typeface="+mj-lt"/>
              </a:endParaRPr>
            </a:p>
          </p:txBody>
        </p:sp>
        <p:sp>
          <p:nvSpPr>
            <p:cNvPr id="43" name="Овал 42"/>
            <p:cNvSpPr/>
            <p:nvPr/>
          </p:nvSpPr>
          <p:spPr>
            <a:xfrm>
              <a:off x="4450080" y="1341120"/>
              <a:ext cx="1280160" cy="1310640"/>
            </a:xfrm>
            <a:prstGeom prst="ellipse">
              <a:avLst/>
            </a:prstGeom>
            <a:solidFill>
              <a:schemeClr val="bg1"/>
            </a:solidFill>
            <a:ln w="28575" cap="flat">
              <a:solidFill>
                <a:schemeClr val="tx1"/>
              </a:solidFill>
              <a:prstDash val="solid"/>
              <a:miter/>
            </a:ln>
          </p:spPr>
          <p:txBody>
            <a:bodyPr rtlCol="0" anchor="ctr" anchorCtr="0"/>
            <a:lstStyle/>
            <a:p>
              <a:pPr algn="ctr"/>
              <a:endParaRPr lang="ru-RU" sz="2000" dirty="0">
                <a:solidFill>
                  <a:schemeClr val="bg1"/>
                </a:solidFill>
                <a:latin typeface="+mj-lt"/>
              </a:endParaRPr>
            </a:p>
          </p:txBody>
        </p:sp>
        <p:sp>
          <p:nvSpPr>
            <p:cNvPr id="44" name="TextBox 43"/>
            <p:cNvSpPr txBox="1"/>
            <p:nvPr/>
          </p:nvSpPr>
          <p:spPr>
            <a:xfrm>
              <a:off x="4836160" y="1580941"/>
              <a:ext cx="751840" cy="1004370"/>
            </a:xfrm>
            <a:prstGeom prst="rect">
              <a:avLst/>
            </a:prstGeom>
            <a:noFill/>
          </p:spPr>
          <p:txBody>
            <a:bodyPr wrap="square" rtlCol="0">
              <a:spAutoFit/>
            </a:bodyPr>
            <a:lstStyle/>
            <a:p>
              <a:r>
                <a:rPr lang="ru-RU" sz="4800" b="1" dirty="0" smtClean="0">
                  <a:latin typeface="+mj-lt"/>
                </a:rPr>
                <a:t>2</a:t>
              </a:r>
              <a:endParaRPr lang="ru-RU" sz="4800" b="1" dirty="0">
                <a:latin typeface="+mj-lt"/>
              </a:endParaRPr>
            </a:p>
          </p:txBody>
        </p:sp>
        <p:sp>
          <p:nvSpPr>
            <p:cNvPr id="45" name="TextBox 44"/>
            <p:cNvSpPr txBox="1"/>
            <p:nvPr/>
          </p:nvSpPr>
          <p:spPr>
            <a:xfrm>
              <a:off x="4450080" y="2794000"/>
              <a:ext cx="1971040" cy="483586"/>
            </a:xfrm>
            <a:prstGeom prst="rect">
              <a:avLst/>
            </a:prstGeom>
            <a:noFill/>
          </p:spPr>
          <p:txBody>
            <a:bodyPr wrap="square" rtlCol="0">
              <a:spAutoFit/>
            </a:bodyPr>
            <a:lstStyle/>
            <a:p>
              <a:endParaRPr lang="ru-RU" sz="2000" dirty="0"/>
            </a:p>
          </p:txBody>
        </p:sp>
      </p:grpSp>
      <p:grpSp>
        <p:nvGrpSpPr>
          <p:cNvPr id="46" name="Группа 45"/>
          <p:cNvGrpSpPr/>
          <p:nvPr/>
        </p:nvGrpSpPr>
        <p:grpSpPr>
          <a:xfrm>
            <a:off x="6628286" y="3805766"/>
            <a:ext cx="1973848" cy="2824480"/>
            <a:chOff x="4290328" y="1341120"/>
            <a:chExt cx="2336800" cy="3413760"/>
          </a:xfrm>
        </p:grpSpPr>
        <p:sp>
          <p:nvSpPr>
            <p:cNvPr id="47" name="Скругленный прямоугольник 46"/>
            <p:cNvSpPr/>
            <p:nvPr/>
          </p:nvSpPr>
          <p:spPr>
            <a:xfrm>
              <a:off x="4290328" y="2116330"/>
              <a:ext cx="2336800" cy="2638550"/>
            </a:xfrm>
            <a:prstGeom prst="roundRect">
              <a:avLst/>
            </a:prstGeom>
            <a:solidFill>
              <a:srgbClr val="00B7D5"/>
            </a:solidFill>
            <a:ln w="3175" cap="flat">
              <a:noFill/>
              <a:prstDash val="solid"/>
              <a:miter/>
            </a:ln>
          </p:spPr>
          <p:txBody>
            <a:bodyPr rtlCol="0" anchor="ctr" anchorCtr="0"/>
            <a:lstStyle/>
            <a:p>
              <a:pPr algn="ctr"/>
              <a:r>
                <a:rPr lang="ru-RU" sz="2000" dirty="0" smtClean="0"/>
                <a:t>Сохранение списка</a:t>
              </a:r>
              <a:endParaRPr lang="ru-RU" sz="2000" dirty="0"/>
            </a:p>
            <a:p>
              <a:pPr algn="ctr"/>
              <a:endParaRPr lang="ru-RU" sz="2000" dirty="0">
                <a:solidFill>
                  <a:schemeClr val="bg1"/>
                </a:solidFill>
                <a:latin typeface="+mj-lt"/>
              </a:endParaRPr>
            </a:p>
          </p:txBody>
        </p:sp>
        <p:sp>
          <p:nvSpPr>
            <p:cNvPr id="48" name="Овал 47"/>
            <p:cNvSpPr/>
            <p:nvPr/>
          </p:nvSpPr>
          <p:spPr>
            <a:xfrm>
              <a:off x="4450080" y="1341120"/>
              <a:ext cx="1280160" cy="1310640"/>
            </a:xfrm>
            <a:prstGeom prst="ellipse">
              <a:avLst/>
            </a:prstGeom>
            <a:solidFill>
              <a:schemeClr val="bg1"/>
            </a:solidFill>
            <a:ln w="28575" cap="flat">
              <a:solidFill>
                <a:schemeClr val="tx1"/>
              </a:solidFill>
              <a:prstDash val="solid"/>
              <a:miter/>
            </a:ln>
          </p:spPr>
          <p:txBody>
            <a:bodyPr rtlCol="0" anchor="ctr" anchorCtr="0"/>
            <a:lstStyle/>
            <a:p>
              <a:pPr algn="ctr"/>
              <a:endParaRPr lang="ru-RU" sz="2000" dirty="0">
                <a:solidFill>
                  <a:schemeClr val="bg1"/>
                </a:solidFill>
                <a:latin typeface="+mj-lt"/>
              </a:endParaRPr>
            </a:p>
          </p:txBody>
        </p:sp>
        <p:sp>
          <p:nvSpPr>
            <p:cNvPr id="49" name="TextBox 48"/>
            <p:cNvSpPr txBox="1"/>
            <p:nvPr/>
          </p:nvSpPr>
          <p:spPr>
            <a:xfrm>
              <a:off x="4836160" y="1580941"/>
              <a:ext cx="751840" cy="1004370"/>
            </a:xfrm>
            <a:prstGeom prst="rect">
              <a:avLst/>
            </a:prstGeom>
            <a:noFill/>
          </p:spPr>
          <p:txBody>
            <a:bodyPr wrap="square" rtlCol="0">
              <a:spAutoFit/>
            </a:bodyPr>
            <a:lstStyle/>
            <a:p>
              <a:r>
                <a:rPr lang="ru-RU" sz="4800" b="1" dirty="0">
                  <a:latin typeface="+mj-lt"/>
                </a:rPr>
                <a:t>7</a:t>
              </a:r>
              <a:endParaRPr lang="ru-RU" sz="4800" b="1" dirty="0">
                <a:latin typeface="+mj-lt"/>
              </a:endParaRPr>
            </a:p>
          </p:txBody>
        </p:sp>
      </p:grpSp>
      <p:grpSp>
        <p:nvGrpSpPr>
          <p:cNvPr id="51" name="Группа 50"/>
          <p:cNvGrpSpPr/>
          <p:nvPr/>
        </p:nvGrpSpPr>
        <p:grpSpPr>
          <a:xfrm>
            <a:off x="9372323" y="3805766"/>
            <a:ext cx="1973848" cy="2824480"/>
            <a:chOff x="4290328" y="1341120"/>
            <a:chExt cx="2336800" cy="3413760"/>
          </a:xfrm>
        </p:grpSpPr>
        <p:sp>
          <p:nvSpPr>
            <p:cNvPr id="52" name="Скругленный прямоугольник 51"/>
            <p:cNvSpPr/>
            <p:nvPr/>
          </p:nvSpPr>
          <p:spPr>
            <a:xfrm>
              <a:off x="4290328" y="2116330"/>
              <a:ext cx="2336800" cy="2638550"/>
            </a:xfrm>
            <a:prstGeom prst="roundRect">
              <a:avLst/>
            </a:prstGeom>
            <a:solidFill>
              <a:srgbClr val="00B7D5"/>
            </a:solidFill>
            <a:ln w="3175" cap="flat">
              <a:noFill/>
              <a:prstDash val="solid"/>
              <a:miter/>
            </a:ln>
          </p:spPr>
          <p:txBody>
            <a:bodyPr rtlCol="0" anchor="ctr" anchorCtr="0"/>
            <a:lstStyle/>
            <a:p>
              <a:pPr algn="ctr"/>
              <a:r>
                <a:rPr lang="ru-RU" sz="2000" dirty="0" smtClean="0"/>
                <a:t>Удаление выделения со всех пунктов</a:t>
              </a:r>
              <a:endParaRPr lang="ru-RU" sz="2000" dirty="0">
                <a:solidFill>
                  <a:schemeClr val="bg1"/>
                </a:solidFill>
                <a:latin typeface="+mj-lt"/>
              </a:endParaRPr>
            </a:p>
          </p:txBody>
        </p:sp>
        <p:sp>
          <p:nvSpPr>
            <p:cNvPr id="53" name="Овал 52"/>
            <p:cNvSpPr/>
            <p:nvPr/>
          </p:nvSpPr>
          <p:spPr>
            <a:xfrm>
              <a:off x="4450080" y="1341120"/>
              <a:ext cx="1280160" cy="1310640"/>
            </a:xfrm>
            <a:prstGeom prst="ellipse">
              <a:avLst/>
            </a:prstGeom>
            <a:solidFill>
              <a:schemeClr val="bg1"/>
            </a:solidFill>
            <a:ln w="28575" cap="flat">
              <a:solidFill>
                <a:schemeClr val="tx1"/>
              </a:solidFill>
              <a:prstDash val="solid"/>
              <a:miter/>
            </a:ln>
          </p:spPr>
          <p:txBody>
            <a:bodyPr rtlCol="0" anchor="ctr" anchorCtr="0"/>
            <a:lstStyle/>
            <a:p>
              <a:pPr algn="ctr"/>
              <a:endParaRPr lang="ru-RU" sz="2000" dirty="0">
                <a:solidFill>
                  <a:schemeClr val="bg1"/>
                </a:solidFill>
                <a:latin typeface="+mj-lt"/>
              </a:endParaRPr>
            </a:p>
          </p:txBody>
        </p:sp>
        <p:sp>
          <p:nvSpPr>
            <p:cNvPr id="54" name="TextBox 53"/>
            <p:cNvSpPr txBox="1"/>
            <p:nvPr/>
          </p:nvSpPr>
          <p:spPr>
            <a:xfrm>
              <a:off x="4836160" y="1580941"/>
              <a:ext cx="751840" cy="1004370"/>
            </a:xfrm>
            <a:prstGeom prst="rect">
              <a:avLst/>
            </a:prstGeom>
            <a:noFill/>
          </p:spPr>
          <p:txBody>
            <a:bodyPr wrap="square" rtlCol="0">
              <a:spAutoFit/>
            </a:bodyPr>
            <a:lstStyle/>
            <a:p>
              <a:r>
                <a:rPr lang="ru-RU" sz="4800" b="1" dirty="0">
                  <a:latin typeface="+mj-lt"/>
                </a:rPr>
                <a:t>8</a:t>
              </a:r>
              <a:endParaRPr lang="ru-RU" sz="4800" b="1" dirty="0">
                <a:latin typeface="+mj-lt"/>
              </a:endParaRPr>
            </a:p>
          </p:txBody>
        </p:sp>
        <p:sp>
          <p:nvSpPr>
            <p:cNvPr id="55" name="TextBox 54"/>
            <p:cNvSpPr txBox="1"/>
            <p:nvPr/>
          </p:nvSpPr>
          <p:spPr>
            <a:xfrm>
              <a:off x="4450080" y="2794000"/>
              <a:ext cx="1971040" cy="483586"/>
            </a:xfrm>
            <a:prstGeom prst="rect">
              <a:avLst/>
            </a:prstGeom>
            <a:noFill/>
          </p:spPr>
          <p:txBody>
            <a:bodyPr wrap="square" rtlCol="0">
              <a:spAutoFit/>
            </a:bodyPr>
            <a:lstStyle/>
            <a:p>
              <a:endParaRPr lang="ru-RU" sz="2000" dirty="0"/>
            </a:p>
          </p:txBody>
        </p:sp>
      </p:grpSp>
    </p:spTree>
    <p:extLst>
      <p:ext uri="{BB962C8B-B14F-4D97-AF65-F5344CB8AC3E}">
        <p14:creationId xmlns:p14="http://schemas.microsoft.com/office/powerpoint/2010/main" val="3665949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Рисунок 2"/>
          <p:cNvPicPr>
            <a:picLocks noChangeAspect="1"/>
          </p:cNvPicPr>
          <p:nvPr/>
        </p:nvPicPr>
        <p:blipFill>
          <a:blip r:embed="rId2"/>
          <a:stretch>
            <a:fillRect/>
          </a:stretch>
        </p:blipFill>
        <p:spPr>
          <a:xfrm>
            <a:off x="843237" y="1116624"/>
            <a:ext cx="5531188" cy="4595380"/>
          </a:xfrm>
          <a:prstGeom prst="rect">
            <a:avLst/>
          </a:prstGeom>
        </p:spPr>
      </p:pic>
      <p:sp>
        <p:nvSpPr>
          <p:cNvPr id="6" name="TextBox 5"/>
          <p:cNvSpPr txBox="1"/>
          <p:nvPr/>
        </p:nvSpPr>
        <p:spPr>
          <a:xfrm>
            <a:off x="712177" y="149469"/>
            <a:ext cx="9319846" cy="523220"/>
          </a:xfrm>
          <a:prstGeom prst="rect">
            <a:avLst/>
          </a:prstGeom>
          <a:noFill/>
        </p:spPr>
        <p:txBody>
          <a:bodyPr wrap="square" rtlCol="0">
            <a:spAutoFit/>
          </a:bodyPr>
          <a:lstStyle/>
          <a:p>
            <a:r>
              <a:rPr lang="ru-RU" sz="2800" b="1" dirty="0" smtClean="0">
                <a:latin typeface="+mj-lt"/>
              </a:rPr>
              <a:t>Запуск приложения</a:t>
            </a:r>
            <a:endParaRPr lang="ru-RU" sz="2800" b="1" dirty="0">
              <a:latin typeface="+mj-lt"/>
            </a:endParaRPr>
          </a:p>
        </p:txBody>
      </p:sp>
      <p:sp>
        <p:nvSpPr>
          <p:cNvPr id="7" name="TextBox 6"/>
          <p:cNvSpPr txBox="1"/>
          <p:nvPr/>
        </p:nvSpPr>
        <p:spPr>
          <a:xfrm>
            <a:off x="7200900" y="1116624"/>
            <a:ext cx="3727938" cy="1200329"/>
          </a:xfrm>
          <a:prstGeom prst="rect">
            <a:avLst/>
          </a:prstGeom>
          <a:noFill/>
        </p:spPr>
        <p:txBody>
          <a:bodyPr wrap="square" rtlCol="0">
            <a:spAutoFit/>
          </a:bodyPr>
          <a:lstStyle/>
          <a:p>
            <a:r>
              <a:rPr lang="ru-RU" dirty="0" smtClean="0"/>
              <a:t>Результат: открывается окно с приложением с шаблоном Пляж в качестве начального варианта и пустыми полями в отметках</a:t>
            </a:r>
            <a:endParaRPr lang="ru-RU" dirty="0"/>
          </a:p>
        </p:txBody>
      </p:sp>
    </p:spTree>
    <p:extLst>
      <p:ext uri="{BB962C8B-B14F-4D97-AF65-F5344CB8AC3E}">
        <p14:creationId xmlns:p14="http://schemas.microsoft.com/office/powerpoint/2010/main" val="36387727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2177" y="149469"/>
            <a:ext cx="9319846" cy="523220"/>
          </a:xfrm>
          <a:prstGeom prst="rect">
            <a:avLst/>
          </a:prstGeom>
          <a:noFill/>
        </p:spPr>
        <p:txBody>
          <a:bodyPr wrap="square" rtlCol="0">
            <a:spAutoFit/>
          </a:bodyPr>
          <a:lstStyle/>
          <a:p>
            <a:r>
              <a:rPr lang="ru-RU" sz="2800" b="1" dirty="0" smtClean="0">
                <a:latin typeface="+mj-lt"/>
              </a:rPr>
              <a:t>Выбор шаблона</a:t>
            </a:r>
            <a:endParaRPr lang="ru-RU" sz="2800" b="1" dirty="0">
              <a:latin typeface="+mj-lt"/>
            </a:endParaRPr>
          </a:p>
        </p:txBody>
      </p:sp>
      <p:sp>
        <p:nvSpPr>
          <p:cNvPr id="7" name="TextBox 6"/>
          <p:cNvSpPr txBox="1"/>
          <p:nvPr/>
        </p:nvSpPr>
        <p:spPr>
          <a:xfrm>
            <a:off x="7200900" y="1116624"/>
            <a:ext cx="3727938" cy="1200329"/>
          </a:xfrm>
          <a:prstGeom prst="rect">
            <a:avLst/>
          </a:prstGeom>
          <a:noFill/>
        </p:spPr>
        <p:txBody>
          <a:bodyPr wrap="square" rtlCol="0">
            <a:spAutoFit/>
          </a:bodyPr>
          <a:lstStyle/>
          <a:p>
            <a:r>
              <a:rPr lang="ru-RU" dirty="0" smtClean="0"/>
              <a:t>Результат: открывается всплывающее окно с выбором из 4-х шаблонов, после нажатия на нужный шаблон открывается шаблон.</a:t>
            </a:r>
            <a:endParaRPr lang="ru-RU" dirty="0"/>
          </a:p>
        </p:txBody>
      </p:sp>
      <p:pic>
        <p:nvPicPr>
          <p:cNvPr id="2" name="Рисунок 1"/>
          <p:cNvPicPr>
            <a:picLocks noChangeAspect="1"/>
          </p:cNvPicPr>
          <p:nvPr/>
        </p:nvPicPr>
        <p:blipFill>
          <a:blip r:embed="rId2"/>
          <a:stretch>
            <a:fillRect/>
          </a:stretch>
        </p:blipFill>
        <p:spPr>
          <a:xfrm>
            <a:off x="821669" y="976244"/>
            <a:ext cx="5531188" cy="4811960"/>
          </a:xfrm>
          <a:prstGeom prst="rect">
            <a:avLst/>
          </a:prstGeom>
        </p:spPr>
      </p:pic>
    </p:spTree>
    <p:extLst>
      <p:ext uri="{BB962C8B-B14F-4D97-AF65-F5344CB8AC3E}">
        <p14:creationId xmlns:p14="http://schemas.microsoft.com/office/powerpoint/2010/main" val="42226809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2177" y="149469"/>
            <a:ext cx="9319846" cy="523220"/>
          </a:xfrm>
          <a:prstGeom prst="rect">
            <a:avLst/>
          </a:prstGeom>
          <a:noFill/>
        </p:spPr>
        <p:txBody>
          <a:bodyPr wrap="square" rtlCol="0">
            <a:spAutoFit/>
          </a:bodyPr>
          <a:lstStyle/>
          <a:p>
            <a:r>
              <a:rPr lang="ru-RU" sz="2800" b="1" dirty="0" smtClean="0">
                <a:latin typeface="+mj-lt"/>
              </a:rPr>
              <a:t>Добавление категории</a:t>
            </a:r>
            <a:endParaRPr lang="ru-RU" sz="2800" b="1" dirty="0">
              <a:latin typeface="+mj-lt"/>
            </a:endParaRPr>
          </a:p>
        </p:txBody>
      </p:sp>
      <p:sp>
        <p:nvSpPr>
          <p:cNvPr id="7" name="TextBox 6"/>
          <p:cNvSpPr txBox="1"/>
          <p:nvPr/>
        </p:nvSpPr>
        <p:spPr>
          <a:xfrm>
            <a:off x="7200900" y="1116624"/>
            <a:ext cx="3727938" cy="2031325"/>
          </a:xfrm>
          <a:prstGeom prst="rect">
            <a:avLst/>
          </a:prstGeom>
          <a:noFill/>
        </p:spPr>
        <p:txBody>
          <a:bodyPr wrap="square" rtlCol="0">
            <a:spAutoFit/>
          </a:bodyPr>
          <a:lstStyle/>
          <a:p>
            <a:r>
              <a:rPr lang="ru-RU" dirty="0" smtClean="0"/>
              <a:t>Результат: открывается всплывающее окно с полем для ввода названия новой категории, после введения и нажатия </a:t>
            </a:r>
            <a:r>
              <a:rPr lang="en-US" dirty="0" smtClean="0"/>
              <a:t>Ok</a:t>
            </a:r>
            <a:r>
              <a:rPr lang="ru-RU" dirty="0" smtClean="0"/>
              <a:t> добавляется новая категория, при нажатии </a:t>
            </a:r>
            <a:r>
              <a:rPr lang="en-US" dirty="0" smtClean="0"/>
              <a:t>Cancel </a:t>
            </a:r>
            <a:r>
              <a:rPr lang="ru-RU" dirty="0" smtClean="0"/>
              <a:t>окно закрывается без изменений.</a:t>
            </a:r>
            <a:endParaRPr lang="ru-RU" dirty="0"/>
          </a:p>
        </p:txBody>
      </p:sp>
      <p:pic>
        <p:nvPicPr>
          <p:cNvPr id="2" name="Рисунок 1"/>
          <p:cNvPicPr>
            <a:picLocks noChangeAspect="1"/>
          </p:cNvPicPr>
          <p:nvPr/>
        </p:nvPicPr>
        <p:blipFill>
          <a:blip r:embed="rId2"/>
          <a:stretch>
            <a:fillRect/>
          </a:stretch>
        </p:blipFill>
        <p:spPr>
          <a:xfrm>
            <a:off x="961507" y="1021366"/>
            <a:ext cx="2162477" cy="1390844"/>
          </a:xfrm>
          <a:prstGeom prst="rect">
            <a:avLst/>
          </a:prstGeom>
        </p:spPr>
      </p:pic>
      <p:pic>
        <p:nvPicPr>
          <p:cNvPr id="4" name="Рисунок 3"/>
          <p:cNvPicPr>
            <a:picLocks noChangeAspect="1"/>
          </p:cNvPicPr>
          <p:nvPr/>
        </p:nvPicPr>
        <p:blipFill>
          <a:blip r:embed="rId3"/>
          <a:stretch>
            <a:fillRect/>
          </a:stretch>
        </p:blipFill>
        <p:spPr>
          <a:xfrm>
            <a:off x="961507" y="2688491"/>
            <a:ext cx="3134162" cy="1762371"/>
          </a:xfrm>
          <a:prstGeom prst="rect">
            <a:avLst/>
          </a:prstGeom>
        </p:spPr>
      </p:pic>
      <p:sp>
        <p:nvSpPr>
          <p:cNvPr id="8" name="TextBox 7"/>
          <p:cNvSpPr txBox="1"/>
          <p:nvPr/>
        </p:nvSpPr>
        <p:spPr>
          <a:xfrm>
            <a:off x="7200900" y="3264878"/>
            <a:ext cx="3727938" cy="923330"/>
          </a:xfrm>
          <a:prstGeom prst="rect">
            <a:avLst/>
          </a:prstGeom>
          <a:noFill/>
        </p:spPr>
        <p:txBody>
          <a:bodyPr wrap="square" rtlCol="0">
            <a:spAutoFit/>
          </a:bodyPr>
          <a:lstStyle/>
          <a:p>
            <a:r>
              <a:rPr lang="ru-RU" dirty="0" smtClean="0"/>
              <a:t>При попытке добавить название уже существующей категории появится ошибка.</a:t>
            </a:r>
            <a:endParaRPr lang="ru-RU" dirty="0"/>
          </a:p>
        </p:txBody>
      </p:sp>
    </p:spTree>
    <p:extLst>
      <p:ext uri="{BB962C8B-B14F-4D97-AF65-F5344CB8AC3E}">
        <p14:creationId xmlns:p14="http://schemas.microsoft.com/office/powerpoint/2010/main" val="139024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2177" y="149469"/>
            <a:ext cx="9319846" cy="523220"/>
          </a:xfrm>
          <a:prstGeom prst="rect">
            <a:avLst/>
          </a:prstGeom>
          <a:noFill/>
        </p:spPr>
        <p:txBody>
          <a:bodyPr wrap="square" rtlCol="0">
            <a:spAutoFit/>
          </a:bodyPr>
          <a:lstStyle/>
          <a:p>
            <a:r>
              <a:rPr lang="ru-RU" sz="2800" b="1" dirty="0" smtClean="0">
                <a:latin typeface="+mj-lt"/>
              </a:rPr>
              <a:t>Удаление категории</a:t>
            </a:r>
            <a:endParaRPr lang="ru-RU" sz="2800" b="1" dirty="0">
              <a:latin typeface="+mj-lt"/>
            </a:endParaRPr>
          </a:p>
        </p:txBody>
      </p:sp>
      <p:sp>
        <p:nvSpPr>
          <p:cNvPr id="7" name="TextBox 6"/>
          <p:cNvSpPr txBox="1"/>
          <p:nvPr/>
        </p:nvSpPr>
        <p:spPr>
          <a:xfrm>
            <a:off x="7200900" y="1116624"/>
            <a:ext cx="3727938" cy="2031325"/>
          </a:xfrm>
          <a:prstGeom prst="rect">
            <a:avLst/>
          </a:prstGeom>
          <a:noFill/>
        </p:spPr>
        <p:txBody>
          <a:bodyPr wrap="square" rtlCol="0">
            <a:spAutoFit/>
          </a:bodyPr>
          <a:lstStyle/>
          <a:p>
            <a:r>
              <a:rPr lang="ru-RU" dirty="0" smtClean="0"/>
              <a:t>Результат: открывается всплывающее окно с полем для ввода названия категории для удаления, после введения и нажатия </a:t>
            </a:r>
            <a:r>
              <a:rPr lang="en-US" dirty="0" smtClean="0"/>
              <a:t>Ok</a:t>
            </a:r>
            <a:r>
              <a:rPr lang="ru-RU" dirty="0" smtClean="0"/>
              <a:t> удаляется категория со всеми вещами в ней, при нажатии </a:t>
            </a:r>
            <a:r>
              <a:rPr lang="en-US" dirty="0" smtClean="0"/>
              <a:t>Cancel </a:t>
            </a:r>
            <a:r>
              <a:rPr lang="ru-RU" dirty="0" smtClean="0"/>
              <a:t>окно закрывается без изменений.</a:t>
            </a:r>
            <a:endParaRPr lang="ru-RU" dirty="0"/>
          </a:p>
        </p:txBody>
      </p:sp>
      <p:sp>
        <p:nvSpPr>
          <p:cNvPr id="8" name="TextBox 7"/>
          <p:cNvSpPr txBox="1"/>
          <p:nvPr/>
        </p:nvSpPr>
        <p:spPr>
          <a:xfrm>
            <a:off x="7200900" y="3264878"/>
            <a:ext cx="3727938" cy="923330"/>
          </a:xfrm>
          <a:prstGeom prst="rect">
            <a:avLst/>
          </a:prstGeom>
          <a:noFill/>
        </p:spPr>
        <p:txBody>
          <a:bodyPr wrap="square" rtlCol="0">
            <a:spAutoFit/>
          </a:bodyPr>
          <a:lstStyle/>
          <a:p>
            <a:r>
              <a:rPr lang="ru-RU" dirty="0" smtClean="0"/>
              <a:t>При попытке удалить несуществующую категорию появится ошибка.</a:t>
            </a:r>
            <a:endParaRPr lang="ru-RU" dirty="0"/>
          </a:p>
        </p:txBody>
      </p:sp>
      <p:pic>
        <p:nvPicPr>
          <p:cNvPr id="5" name="Рисунок 4"/>
          <p:cNvPicPr>
            <a:picLocks noChangeAspect="1"/>
          </p:cNvPicPr>
          <p:nvPr/>
        </p:nvPicPr>
        <p:blipFill>
          <a:blip r:embed="rId2"/>
          <a:stretch>
            <a:fillRect/>
          </a:stretch>
        </p:blipFill>
        <p:spPr>
          <a:xfrm>
            <a:off x="1009138" y="948365"/>
            <a:ext cx="3038899" cy="1514686"/>
          </a:xfrm>
          <a:prstGeom prst="rect">
            <a:avLst/>
          </a:prstGeom>
        </p:spPr>
      </p:pic>
      <p:pic>
        <p:nvPicPr>
          <p:cNvPr id="10" name="Рисунок 9"/>
          <p:cNvPicPr>
            <a:picLocks noChangeAspect="1"/>
          </p:cNvPicPr>
          <p:nvPr/>
        </p:nvPicPr>
        <p:blipFill>
          <a:blip r:embed="rId3"/>
          <a:stretch>
            <a:fillRect/>
          </a:stretch>
        </p:blipFill>
        <p:spPr>
          <a:xfrm>
            <a:off x="1009138" y="3024701"/>
            <a:ext cx="2581635" cy="1743318"/>
          </a:xfrm>
          <a:prstGeom prst="rect">
            <a:avLst/>
          </a:prstGeom>
        </p:spPr>
      </p:pic>
    </p:spTree>
    <p:extLst>
      <p:ext uri="{BB962C8B-B14F-4D97-AF65-F5344CB8AC3E}">
        <p14:creationId xmlns:p14="http://schemas.microsoft.com/office/powerpoint/2010/main" val="1322916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2177" y="149469"/>
            <a:ext cx="9319846" cy="523220"/>
          </a:xfrm>
          <a:prstGeom prst="rect">
            <a:avLst/>
          </a:prstGeom>
          <a:noFill/>
        </p:spPr>
        <p:txBody>
          <a:bodyPr wrap="square" rtlCol="0">
            <a:spAutoFit/>
          </a:bodyPr>
          <a:lstStyle/>
          <a:p>
            <a:r>
              <a:rPr lang="ru-RU" sz="2800" b="1" dirty="0" smtClean="0">
                <a:latin typeface="+mj-lt"/>
              </a:rPr>
              <a:t>Добавление вещи</a:t>
            </a:r>
            <a:endParaRPr lang="ru-RU" sz="2800" b="1" dirty="0">
              <a:latin typeface="+mj-lt"/>
            </a:endParaRPr>
          </a:p>
        </p:txBody>
      </p:sp>
      <p:sp>
        <p:nvSpPr>
          <p:cNvPr id="7" name="TextBox 6"/>
          <p:cNvSpPr txBox="1"/>
          <p:nvPr/>
        </p:nvSpPr>
        <p:spPr>
          <a:xfrm>
            <a:off x="7200900" y="1116624"/>
            <a:ext cx="3727938" cy="2585323"/>
          </a:xfrm>
          <a:prstGeom prst="rect">
            <a:avLst/>
          </a:prstGeom>
          <a:noFill/>
        </p:spPr>
        <p:txBody>
          <a:bodyPr wrap="square" rtlCol="0">
            <a:spAutoFit/>
          </a:bodyPr>
          <a:lstStyle/>
          <a:p>
            <a:r>
              <a:rPr lang="ru-RU" dirty="0" smtClean="0"/>
              <a:t>Результат: открывается всплывающее окно с полем для ввода категории, к которой будет принадлежать вещь, после введения и нажатия </a:t>
            </a:r>
            <a:r>
              <a:rPr lang="en-US" dirty="0" smtClean="0"/>
              <a:t>Ok</a:t>
            </a:r>
            <a:r>
              <a:rPr lang="ru-RU" dirty="0" smtClean="0"/>
              <a:t> появится новое окно с полем для введения названия вещи. После нажатия </a:t>
            </a:r>
            <a:r>
              <a:rPr lang="en-US" dirty="0" smtClean="0"/>
              <a:t>Ok </a:t>
            </a:r>
            <a:r>
              <a:rPr lang="ru-RU" dirty="0" smtClean="0"/>
              <a:t>вещь добавляется, при нажатии </a:t>
            </a:r>
            <a:r>
              <a:rPr lang="en-US" dirty="0" smtClean="0"/>
              <a:t>Cancel </a:t>
            </a:r>
            <a:r>
              <a:rPr lang="ru-RU" dirty="0" smtClean="0"/>
              <a:t>окно закрывается без изменений.</a:t>
            </a:r>
            <a:endParaRPr lang="ru-RU" dirty="0"/>
          </a:p>
        </p:txBody>
      </p:sp>
      <p:sp>
        <p:nvSpPr>
          <p:cNvPr id="8" name="TextBox 7"/>
          <p:cNvSpPr txBox="1"/>
          <p:nvPr/>
        </p:nvSpPr>
        <p:spPr>
          <a:xfrm>
            <a:off x="7200900" y="3968263"/>
            <a:ext cx="3727938" cy="646331"/>
          </a:xfrm>
          <a:prstGeom prst="rect">
            <a:avLst/>
          </a:prstGeom>
          <a:noFill/>
        </p:spPr>
        <p:txBody>
          <a:bodyPr wrap="square" rtlCol="0">
            <a:spAutoFit/>
          </a:bodyPr>
          <a:lstStyle/>
          <a:p>
            <a:r>
              <a:rPr lang="ru-RU" dirty="0" smtClean="0"/>
              <a:t>При попытке ввода несуществующей категории появится ошибка.</a:t>
            </a:r>
            <a:endParaRPr lang="ru-RU" dirty="0"/>
          </a:p>
        </p:txBody>
      </p:sp>
      <p:pic>
        <p:nvPicPr>
          <p:cNvPr id="3" name="Рисунок 2"/>
          <p:cNvPicPr>
            <a:picLocks noChangeAspect="1"/>
          </p:cNvPicPr>
          <p:nvPr/>
        </p:nvPicPr>
        <p:blipFill>
          <a:blip r:embed="rId2"/>
          <a:stretch>
            <a:fillRect/>
          </a:stretch>
        </p:blipFill>
        <p:spPr>
          <a:xfrm>
            <a:off x="961507" y="827250"/>
            <a:ext cx="2800741" cy="1552792"/>
          </a:xfrm>
          <a:prstGeom prst="rect">
            <a:avLst/>
          </a:prstGeom>
        </p:spPr>
      </p:pic>
      <p:pic>
        <p:nvPicPr>
          <p:cNvPr id="5" name="Рисунок 4"/>
          <p:cNvPicPr>
            <a:picLocks noChangeAspect="1"/>
          </p:cNvPicPr>
          <p:nvPr/>
        </p:nvPicPr>
        <p:blipFill>
          <a:blip r:embed="rId3"/>
          <a:stretch>
            <a:fillRect/>
          </a:stretch>
        </p:blipFill>
        <p:spPr>
          <a:xfrm>
            <a:off x="3991559" y="936803"/>
            <a:ext cx="2133898" cy="1333686"/>
          </a:xfrm>
          <a:prstGeom prst="rect">
            <a:avLst/>
          </a:prstGeom>
        </p:spPr>
      </p:pic>
      <p:pic>
        <p:nvPicPr>
          <p:cNvPr id="9" name="Рисунок 8"/>
          <p:cNvPicPr>
            <a:picLocks noChangeAspect="1"/>
          </p:cNvPicPr>
          <p:nvPr/>
        </p:nvPicPr>
        <p:blipFill>
          <a:blip r:embed="rId4"/>
          <a:stretch>
            <a:fillRect/>
          </a:stretch>
        </p:blipFill>
        <p:spPr>
          <a:xfrm>
            <a:off x="1765978" y="4607169"/>
            <a:ext cx="3063488" cy="1400666"/>
          </a:xfrm>
          <a:prstGeom prst="rect">
            <a:avLst/>
          </a:prstGeom>
        </p:spPr>
      </p:pic>
      <p:sp>
        <p:nvSpPr>
          <p:cNvPr id="10" name="TextBox 9"/>
          <p:cNvSpPr txBox="1"/>
          <p:nvPr/>
        </p:nvSpPr>
        <p:spPr>
          <a:xfrm>
            <a:off x="7200900" y="5157909"/>
            <a:ext cx="3727938" cy="923330"/>
          </a:xfrm>
          <a:prstGeom prst="rect">
            <a:avLst/>
          </a:prstGeom>
          <a:noFill/>
        </p:spPr>
        <p:txBody>
          <a:bodyPr wrap="square" rtlCol="0">
            <a:spAutoFit/>
          </a:bodyPr>
          <a:lstStyle/>
          <a:p>
            <a:r>
              <a:rPr lang="ru-RU" dirty="0" smtClean="0"/>
              <a:t>При попытке добавить название уже существующей вещи в категории появится ошибка.</a:t>
            </a:r>
            <a:endParaRPr lang="ru-RU" dirty="0"/>
          </a:p>
        </p:txBody>
      </p:sp>
      <p:pic>
        <p:nvPicPr>
          <p:cNvPr id="11" name="Рисунок 10"/>
          <p:cNvPicPr>
            <a:picLocks noChangeAspect="1"/>
          </p:cNvPicPr>
          <p:nvPr/>
        </p:nvPicPr>
        <p:blipFill>
          <a:blip r:embed="rId5"/>
          <a:stretch>
            <a:fillRect/>
          </a:stretch>
        </p:blipFill>
        <p:spPr>
          <a:xfrm>
            <a:off x="2049773" y="2688491"/>
            <a:ext cx="2495898" cy="1733792"/>
          </a:xfrm>
          <a:prstGeom prst="rect">
            <a:avLst/>
          </a:prstGeom>
        </p:spPr>
      </p:pic>
    </p:spTree>
    <p:extLst>
      <p:ext uri="{BB962C8B-B14F-4D97-AF65-F5344CB8AC3E}">
        <p14:creationId xmlns:p14="http://schemas.microsoft.com/office/powerpoint/2010/main" val="1557329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2177" y="149469"/>
            <a:ext cx="9319846" cy="523220"/>
          </a:xfrm>
          <a:prstGeom prst="rect">
            <a:avLst/>
          </a:prstGeom>
          <a:noFill/>
        </p:spPr>
        <p:txBody>
          <a:bodyPr wrap="square" rtlCol="0">
            <a:spAutoFit/>
          </a:bodyPr>
          <a:lstStyle/>
          <a:p>
            <a:r>
              <a:rPr lang="ru-RU" sz="2800" b="1" dirty="0" smtClean="0">
                <a:latin typeface="+mj-lt"/>
              </a:rPr>
              <a:t>Удаление вещи</a:t>
            </a:r>
            <a:endParaRPr lang="ru-RU" sz="2800" b="1" dirty="0">
              <a:latin typeface="+mj-lt"/>
            </a:endParaRPr>
          </a:p>
        </p:txBody>
      </p:sp>
      <p:sp>
        <p:nvSpPr>
          <p:cNvPr id="7" name="TextBox 6"/>
          <p:cNvSpPr txBox="1"/>
          <p:nvPr/>
        </p:nvSpPr>
        <p:spPr>
          <a:xfrm>
            <a:off x="7200900" y="1116624"/>
            <a:ext cx="3727938" cy="2862322"/>
          </a:xfrm>
          <a:prstGeom prst="rect">
            <a:avLst/>
          </a:prstGeom>
          <a:noFill/>
        </p:spPr>
        <p:txBody>
          <a:bodyPr wrap="square" rtlCol="0">
            <a:spAutoFit/>
          </a:bodyPr>
          <a:lstStyle/>
          <a:p>
            <a:r>
              <a:rPr lang="ru-RU" dirty="0" smtClean="0"/>
              <a:t>Результат: открывается всплывающее окно с полем для ввода категории, к которой принадлежит вещь, после введения и нажатия </a:t>
            </a:r>
            <a:r>
              <a:rPr lang="en-US" dirty="0" smtClean="0"/>
              <a:t>Ok</a:t>
            </a:r>
            <a:r>
              <a:rPr lang="ru-RU" dirty="0" smtClean="0"/>
              <a:t> появится новое окно с полем для введения названия вещи для удаления. После нажатия </a:t>
            </a:r>
            <a:r>
              <a:rPr lang="en-US" dirty="0" smtClean="0"/>
              <a:t>Ok </a:t>
            </a:r>
            <a:r>
              <a:rPr lang="ru-RU" dirty="0" smtClean="0"/>
              <a:t>вещь добавляется, при нажатии </a:t>
            </a:r>
            <a:r>
              <a:rPr lang="en-US" dirty="0" smtClean="0"/>
              <a:t>Cancel </a:t>
            </a:r>
            <a:r>
              <a:rPr lang="ru-RU" dirty="0" smtClean="0"/>
              <a:t>окно закрывается без изменений.</a:t>
            </a:r>
            <a:endParaRPr lang="ru-RU" dirty="0"/>
          </a:p>
        </p:txBody>
      </p:sp>
      <p:sp>
        <p:nvSpPr>
          <p:cNvPr id="8" name="TextBox 7"/>
          <p:cNvSpPr txBox="1"/>
          <p:nvPr/>
        </p:nvSpPr>
        <p:spPr>
          <a:xfrm>
            <a:off x="7200900" y="3968263"/>
            <a:ext cx="3727938" cy="646331"/>
          </a:xfrm>
          <a:prstGeom prst="rect">
            <a:avLst/>
          </a:prstGeom>
          <a:noFill/>
        </p:spPr>
        <p:txBody>
          <a:bodyPr wrap="square" rtlCol="0">
            <a:spAutoFit/>
          </a:bodyPr>
          <a:lstStyle/>
          <a:p>
            <a:r>
              <a:rPr lang="ru-RU" dirty="0" smtClean="0"/>
              <a:t>При попытке ввода несуществующей категории появится ошибка.</a:t>
            </a:r>
            <a:endParaRPr lang="ru-RU" dirty="0"/>
          </a:p>
        </p:txBody>
      </p:sp>
      <p:sp>
        <p:nvSpPr>
          <p:cNvPr id="10" name="TextBox 9"/>
          <p:cNvSpPr txBox="1"/>
          <p:nvPr/>
        </p:nvSpPr>
        <p:spPr>
          <a:xfrm>
            <a:off x="7200900" y="5157909"/>
            <a:ext cx="3727938" cy="923330"/>
          </a:xfrm>
          <a:prstGeom prst="rect">
            <a:avLst/>
          </a:prstGeom>
          <a:noFill/>
        </p:spPr>
        <p:txBody>
          <a:bodyPr wrap="square" rtlCol="0">
            <a:spAutoFit/>
          </a:bodyPr>
          <a:lstStyle/>
          <a:p>
            <a:r>
              <a:rPr lang="ru-RU" dirty="0" smtClean="0"/>
              <a:t>При попытке удалить несуществующую вещь в категории появится ошибка.</a:t>
            </a:r>
            <a:endParaRPr lang="ru-RU" dirty="0"/>
          </a:p>
        </p:txBody>
      </p:sp>
      <p:pic>
        <p:nvPicPr>
          <p:cNvPr id="11" name="Рисунок 10"/>
          <p:cNvPicPr>
            <a:picLocks noChangeAspect="1"/>
          </p:cNvPicPr>
          <p:nvPr/>
        </p:nvPicPr>
        <p:blipFill>
          <a:blip r:embed="rId2"/>
          <a:stretch>
            <a:fillRect/>
          </a:stretch>
        </p:blipFill>
        <p:spPr>
          <a:xfrm>
            <a:off x="2049773" y="2688491"/>
            <a:ext cx="2495898" cy="1733792"/>
          </a:xfrm>
          <a:prstGeom prst="rect">
            <a:avLst/>
          </a:prstGeom>
        </p:spPr>
      </p:pic>
      <p:pic>
        <p:nvPicPr>
          <p:cNvPr id="2" name="Рисунок 1"/>
          <p:cNvPicPr>
            <a:picLocks noChangeAspect="1"/>
          </p:cNvPicPr>
          <p:nvPr/>
        </p:nvPicPr>
        <p:blipFill>
          <a:blip r:embed="rId3"/>
          <a:stretch>
            <a:fillRect/>
          </a:stretch>
        </p:blipFill>
        <p:spPr>
          <a:xfrm>
            <a:off x="1128857" y="898697"/>
            <a:ext cx="2476846" cy="1409897"/>
          </a:xfrm>
          <a:prstGeom prst="rect">
            <a:avLst/>
          </a:prstGeom>
        </p:spPr>
      </p:pic>
      <p:pic>
        <p:nvPicPr>
          <p:cNvPr id="4" name="Рисунок 3"/>
          <p:cNvPicPr>
            <a:picLocks noChangeAspect="1"/>
          </p:cNvPicPr>
          <p:nvPr/>
        </p:nvPicPr>
        <p:blipFill>
          <a:blip r:embed="rId4"/>
          <a:stretch>
            <a:fillRect/>
          </a:stretch>
        </p:blipFill>
        <p:spPr>
          <a:xfrm>
            <a:off x="3895545" y="898697"/>
            <a:ext cx="2572109" cy="1609950"/>
          </a:xfrm>
          <a:prstGeom prst="rect">
            <a:avLst/>
          </a:prstGeom>
        </p:spPr>
      </p:pic>
      <p:pic>
        <p:nvPicPr>
          <p:cNvPr id="12" name="Рисунок 11"/>
          <p:cNvPicPr>
            <a:picLocks noChangeAspect="1"/>
          </p:cNvPicPr>
          <p:nvPr/>
        </p:nvPicPr>
        <p:blipFill>
          <a:blip r:embed="rId5"/>
          <a:stretch>
            <a:fillRect/>
          </a:stretch>
        </p:blipFill>
        <p:spPr>
          <a:xfrm>
            <a:off x="2183141" y="4478284"/>
            <a:ext cx="2229161" cy="1819529"/>
          </a:xfrm>
          <a:prstGeom prst="rect">
            <a:avLst/>
          </a:prstGeom>
        </p:spPr>
      </p:pic>
    </p:spTree>
    <p:extLst>
      <p:ext uri="{BB962C8B-B14F-4D97-AF65-F5344CB8AC3E}">
        <p14:creationId xmlns:p14="http://schemas.microsoft.com/office/powerpoint/2010/main" val="1138007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2177" y="149469"/>
            <a:ext cx="9319846" cy="523220"/>
          </a:xfrm>
          <a:prstGeom prst="rect">
            <a:avLst/>
          </a:prstGeom>
          <a:noFill/>
        </p:spPr>
        <p:txBody>
          <a:bodyPr wrap="square" rtlCol="0">
            <a:spAutoFit/>
          </a:bodyPr>
          <a:lstStyle/>
          <a:p>
            <a:r>
              <a:rPr lang="ru-RU" sz="2800" b="1" dirty="0" smtClean="0">
                <a:latin typeface="+mj-lt"/>
              </a:rPr>
              <a:t>Сохранение шаблона</a:t>
            </a:r>
            <a:endParaRPr lang="ru-RU" sz="2800" b="1" dirty="0">
              <a:latin typeface="+mj-lt"/>
            </a:endParaRPr>
          </a:p>
        </p:txBody>
      </p:sp>
      <p:sp>
        <p:nvSpPr>
          <p:cNvPr id="7" name="TextBox 6"/>
          <p:cNvSpPr txBox="1"/>
          <p:nvPr/>
        </p:nvSpPr>
        <p:spPr>
          <a:xfrm>
            <a:off x="7200900" y="1116624"/>
            <a:ext cx="3727938" cy="2031325"/>
          </a:xfrm>
          <a:prstGeom prst="rect">
            <a:avLst/>
          </a:prstGeom>
          <a:noFill/>
        </p:spPr>
        <p:txBody>
          <a:bodyPr wrap="square" rtlCol="0">
            <a:spAutoFit/>
          </a:bodyPr>
          <a:lstStyle/>
          <a:p>
            <a:r>
              <a:rPr lang="ru-RU" dirty="0" smtClean="0"/>
              <a:t>Результат: открывается всплывающее окно с подтверждением сохранения шаблона в пользовательский, в выборе шаблона пользовательский шаблон становится тем, который был сохранен(изначально он пустой).</a:t>
            </a:r>
            <a:endParaRPr lang="ru-RU" dirty="0"/>
          </a:p>
        </p:txBody>
      </p:sp>
      <p:pic>
        <p:nvPicPr>
          <p:cNvPr id="3" name="Рисунок 2"/>
          <p:cNvPicPr>
            <a:picLocks noChangeAspect="1"/>
          </p:cNvPicPr>
          <p:nvPr/>
        </p:nvPicPr>
        <p:blipFill>
          <a:blip r:embed="rId2"/>
          <a:stretch>
            <a:fillRect/>
          </a:stretch>
        </p:blipFill>
        <p:spPr>
          <a:xfrm>
            <a:off x="7200900" y="3987728"/>
            <a:ext cx="3429479" cy="1800476"/>
          </a:xfrm>
          <a:prstGeom prst="rect">
            <a:avLst/>
          </a:prstGeom>
        </p:spPr>
      </p:pic>
      <p:pic>
        <p:nvPicPr>
          <p:cNvPr id="4" name="Рисунок 3"/>
          <p:cNvPicPr>
            <a:picLocks noChangeAspect="1"/>
          </p:cNvPicPr>
          <p:nvPr/>
        </p:nvPicPr>
        <p:blipFill>
          <a:blip r:embed="rId3"/>
          <a:stretch>
            <a:fillRect/>
          </a:stretch>
        </p:blipFill>
        <p:spPr>
          <a:xfrm>
            <a:off x="856107" y="1116624"/>
            <a:ext cx="5493893" cy="4867804"/>
          </a:xfrm>
          <a:prstGeom prst="rect">
            <a:avLst/>
          </a:prstGeom>
        </p:spPr>
      </p:pic>
    </p:spTree>
    <p:extLst>
      <p:ext uri="{BB962C8B-B14F-4D97-AF65-F5344CB8AC3E}">
        <p14:creationId xmlns:p14="http://schemas.microsoft.com/office/powerpoint/2010/main" val="15130921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2177" y="149469"/>
            <a:ext cx="9319846" cy="523220"/>
          </a:xfrm>
          <a:prstGeom prst="rect">
            <a:avLst/>
          </a:prstGeom>
          <a:noFill/>
        </p:spPr>
        <p:txBody>
          <a:bodyPr wrap="square" rtlCol="0">
            <a:spAutoFit/>
          </a:bodyPr>
          <a:lstStyle/>
          <a:p>
            <a:r>
              <a:rPr lang="ru-RU" sz="2800" b="1" dirty="0" smtClean="0">
                <a:latin typeface="+mj-lt"/>
              </a:rPr>
              <a:t>Сохранение списка</a:t>
            </a:r>
            <a:endParaRPr lang="ru-RU" sz="2800" b="1" dirty="0">
              <a:latin typeface="+mj-lt"/>
            </a:endParaRPr>
          </a:p>
        </p:txBody>
      </p:sp>
      <p:sp>
        <p:nvSpPr>
          <p:cNvPr id="7" name="TextBox 6"/>
          <p:cNvSpPr txBox="1"/>
          <p:nvPr/>
        </p:nvSpPr>
        <p:spPr>
          <a:xfrm>
            <a:off x="7200900" y="1116624"/>
            <a:ext cx="3727938" cy="1200329"/>
          </a:xfrm>
          <a:prstGeom prst="rect">
            <a:avLst/>
          </a:prstGeom>
          <a:noFill/>
        </p:spPr>
        <p:txBody>
          <a:bodyPr wrap="square" rtlCol="0">
            <a:spAutoFit/>
          </a:bodyPr>
          <a:lstStyle/>
          <a:p>
            <a:r>
              <a:rPr lang="ru-RU" dirty="0" smtClean="0"/>
              <a:t>Результат: список сохраняется в </a:t>
            </a:r>
            <a:r>
              <a:rPr lang="en-US" dirty="0" err="1" smtClean="0"/>
              <a:t>saved_checklist.json</a:t>
            </a:r>
            <a:r>
              <a:rPr lang="en-US" dirty="0" smtClean="0"/>
              <a:t> </a:t>
            </a:r>
            <a:r>
              <a:rPr lang="ru-RU" dirty="0" smtClean="0"/>
              <a:t>и появляется всплывающее окно оповещающее об этом.</a:t>
            </a:r>
            <a:endParaRPr lang="ru-RU" dirty="0"/>
          </a:p>
        </p:txBody>
      </p:sp>
      <p:pic>
        <p:nvPicPr>
          <p:cNvPr id="2" name="Рисунок 1"/>
          <p:cNvPicPr>
            <a:picLocks noChangeAspect="1"/>
          </p:cNvPicPr>
          <p:nvPr/>
        </p:nvPicPr>
        <p:blipFill>
          <a:blip r:embed="rId2"/>
          <a:stretch>
            <a:fillRect/>
          </a:stretch>
        </p:blipFill>
        <p:spPr>
          <a:xfrm>
            <a:off x="1181779" y="1274916"/>
            <a:ext cx="3915321" cy="1714739"/>
          </a:xfrm>
          <a:prstGeom prst="rect">
            <a:avLst/>
          </a:prstGeom>
        </p:spPr>
      </p:pic>
    </p:spTree>
    <p:extLst>
      <p:ext uri="{BB962C8B-B14F-4D97-AF65-F5344CB8AC3E}">
        <p14:creationId xmlns:p14="http://schemas.microsoft.com/office/powerpoint/2010/main" val="16791507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712177" y="149469"/>
            <a:ext cx="9319846" cy="523220"/>
          </a:xfrm>
          <a:prstGeom prst="rect">
            <a:avLst/>
          </a:prstGeom>
          <a:noFill/>
        </p:spPr>
        <p:txBody>
          <a:bodyPr wrap="square" rtlCol="0">
            <a:spAutoFit/>
          </a:bodyPr>
          <a:lstStyle/>
          <a:p>
            <a:r>
              <a:rPr lang="ru-RU" sz="2800" b="1" dirty="0" smtClean="0">
                <a:latin typeface="+mj-lt"/>
              </a:rPr>
              <a:t>Снятие и выделение отметок</a:t>
            </a:r>
            <a:endParaRPr lang="ru-RU" sz="2800" b="1" dirty="0">
              <a:latin typeface="+mj-lt"/>
            </a:endParaRPr>
          </a:p>
        </p:txBody>
      </p:sp>
      <p:sp>
        <p:nvSpPr>
          <p:cNvPr id="7" name="TextBox 6"/>
          <p:cNvSpPr txBox="1"/>
          <p:nvPr/>
        </p:nvSpPr>
        <p:spPr>
          <a:xfrm>
            <a:off x="7200900" y="1116624"/>
            <a:ext cx="3727938" cy="2308324"/>
          </a:xfrm>
          <a:prstGeom prst="rect">
            <a:avLst/>
          </a:prstGeom>
          <a:noFill/>
        </p:spPr>
        <p:txBody>
          <a:bodyPr wrap="square" rtlCol="0">
            <a:spAutoFit/>
          </a:bodyPr>
          <a:lstStyle/>
          <a:p>
            <a:r>
              <a:rPr lang="ru-RU" dirty="0" smtClean="0"/>
              <a:t>Результат: по нажатию на каждое поле появляется или снимается галочка(в зависимости от того стояла она там или нет). При нажатии на кнопку отметить все выделяются галочки на всех вещах, при нажатии кнопки снять отметки галочки удаляются со всех вещей.</a:t>
            </a:r>
            <a:endParaRPr lang="ru-RU" dirty="0"/>
          </a:p>
        </p:txBody>
      </p:sp>
      <p:pic>
        <p:nvPicPr>
          <p:cNvPr id="5" name="Рисунок 4"/>
          <p:cNvPicPr>
            <a:picLocks noChangeAspect="1"/>
          </p:cNvPicPr>
          <p:nvPr/>
        </p:nvPicPr>
        <p:blipFill>
          <a:blip r:embed="rId2"/>
          <a:stretch>
            <a:fillRect/>
          </a:stretch>
        </p:blipFill>
        <p:spPr>
          <a:xfrm>
            <a:off x="4442166" y="935483"/>
            <a:ext cx="1822727" cy="2772936"/>
          </a:xfrm>
          <a:prstGeom prst="rect">
            <a:avLst/>
          </a:prstGeom>
        </p:spPr>
      </p:pic>
      <p:pic>
        <p:nvPicPr>
          <p:cNvPr id="8" name="Рисунок 7"/>
          <p:cNvPicPr>
            <a:picLocks noChangeAspect="1"/>
          </p:cNvPicPr>
          <p:nvPr/>
        </p:nvPicPr>
        <p:blipFill>
          <a:blip r:embed="rId3"/>
          <a:stretch>
            <a:fillRect/>
          </a:stretch>
        </p:blipFill>
        <p:spPr>
          <a:xfrm>
            <a:off x="872281" y="935483"/>
            <a:ext cx="1866878" cy="2723516"/>
          </a:xfrm>
          <a:prstGeom prst="rect">
            <a:avLst/>
          </a:prstGeom>
        </p:spPr>
      </p:pic>
      <p:pic>
        <p:nvPicPr>
          <p:cNvPr id="9" name="Рисунок 8"/>
          <p:cNvPicPr>
            <a:picLocks noChangeAspect="1"/>
          </p:cNvPicPr>
          <p:nvPr/>
        </p:nvPicPr>
        <p:blipFill>
          <a:blip r:embed="rId4"/>
          <a:stretch>
            <a:fillRect/>
          </a:stretch>
        </p:blipFill>
        <p:spPr>
          <a:xfrm>
            <a:off x="2865799" y="935483"/>
            <a:ext cx="1618733" cy="2655954"/>
          </a:xfrm>
          <a:prstGeom prst="rect">
            <a:avLst/>
          </a:prstGeom>
        </p:spPr>
      </p:pic>
    </p:spTree>
    <p:extLst>
      <p:ext uri="{BB962C8B-B14F-4D97-AF65-F5344CB8AC3E}">
        <p14:creationId xmlns:p14="http://schemas.microsoft.com/office/powerpoint/2010/main" val="13913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Скругленный прямоугольник 4"/>
          <p:cNvSpPr/>
          <p:nvPr/>
        </p:nvSpPr>
        <p:spPr>
          <a:xfrm>
            <a:off x="508000" y="827725"/>
            <a:ext cx="11145520" cy="5725475"/>
          </a:xfrm>
          <a:prstGeom prst="roundRect">
            <a:avLst/>
          </a:prstGeom>
          <a:solidFill>
            <a:schemeClr val="bg1">
              <a:alpha val="50196"/>
            </a:schemeClr>
          </a:solidFill>
          <a:ln w="3175" cap="flat">
            <a:noFill/>
            <a:prstDash val="solid"/>
            <a:miter/>
          </a:ln>
        </p:spPr>
        <p:txBody>
          <a:bodyPr rtlCol="0" anchor="ctr" anchorCtr="0"/>
          <a:lstStyle/>
          <a:p>
            <a:pPr algn="ctr"/>
            <a:endParaRPr lang="ru-RU" sz="2000" dirty="0">
              <a:solidFill>
                <a:schemeClr val="bg1"/>
              </a:solidFill>
              <a:latin typeface="+mj-lt"/>
            </a:endParaRPr>
          </a:p>
        </p:txBody>
      </p:sp>
      <p:sp>
        <p:nvSpPr>
          <p:cNvPr id="14" name="TextBox 13">
            <a:extLst>
              <a:ext uri="{FF2B5EF4-FFF2-40B4-BE49-F238E27FC236}">
                <a16:creationId xmlns:a16="http://schemas.microsoft.com/office/drawing/2014/main" id="{2DC454C0-869F-456D-A853-327405F2BB8A}"/>
              </a:ext>
            </a:extLst>
          </p:cNvPr>
          <p:cNvSpPr txBox="1"/>
          <p:nvPr/>
        </p:nvSpPr>
        <p:spPr>
          <a:xfrm>
            <a:off x="3677136" y="1285312"/>
            <a:ext cx="4837729" cy="646331"/>
          </a:xfrm>
          <a:prstGeom prst="rect">
            <a:avLst/>
          </a:prstGeom>
          <a:noFill/>
        </p:spPr>
        <p:txBody>
          <a:bodyPr wrap="square" rtlCol="0">
            <a:spAutoFit/>
          </a:bodyPr>
          <a:lstStyle/>
          <a:p>
            <a:pPr algn="ctr"/>
            <a:r>
              <a:rPr lang="ru-RU" altLang="ko-KR" sz="3600" dirty="0" smtClean="0">
                <a:latin typeface="+mj-lt"/>
                <a:cs typeface="Arial" panose="020B0604020202020204" pitchFamily="34" charset="0"/>
              </a:rPr>
              <a:t>Заключение</a:t>
            </a:r>
            <a:endParaRPr lang="ko-KR" altLang="en-US" sz="3600" dirty="0">
              <a:latin typeface="+mj-lt"/>
              <a:cs typeface="Arial" panose="020B0604020202020204" pitchFamily="34" charset="0"/>
            </a:endParaRPr>
          </a:p>
        </p:txBody>
      </p:sp>
      <p:sp>
        <p:nvSpPr>
          <p:cNvPr id="13" name="TextBox 12">
            <a:extLst>
              <a:ext uri="{FF2B5EF4-FFF2-40B4-BE49-F238E27FC236}">
                <a16:creationId xmlns:a16="http://schemas.microsoft.com/office/drawing/2014/main" id="{E2A788A2-9C16-4D17-B7A2-BDACEDE5D3C1}"/>
              </a:ext>
            </a:extLst>
          </p:cNvPr>
          <p:cNvSpPr txBox="1"/>
          <p:nvPr/>
        </p:nvSpPr>
        <p:spPr>
          <a:xfrm>
            <a:off x="1573790" y="2013026"/>
            <a:ext cx="8890160" cy="4093428"/>
          </a:xfrm>
          <a:prstGeom prst="rect">
            <a:avLst/>
          </a:prstGeom>
          <a:noFill/>
        </p:spPr>
        <p:txBody>
          <a:bodyPr wrap="square" rtlCol="0">
            <a:spAutoFit/>
          </a:bodyPr>
          <a:lstStyle>
            <a:defPPr>
              <a:defRPr lang="ko-KR"/>
            </a:defPPr>
            <a:lvl1pPr algn="just">
              <a:lnSpc>
                <a:spcPct val="150000"/>
              </a:lnSpc>
              <a:defRPr sz="1100">
                <a:solidFill>
                  <a:schemeClr val="tx1">
                    <a:lumMod val="75000"/>
                    <a:lumOff val="25000"/>
                  </a:schemeClr>
                </a:solidFill>
              </a:defRPr>
            </a:lvl1pPr>
          </a:lstStyle>
          <a:p>
            <a:pPr algn="ctr">
              <a:lnSpc>
                <a:spcPct val="100000"/>
              </a:lnSpc>
            </a:pPr>
            <a:r>
              <a:rPr lang="ru-RU" sz="2000" dirty="0"/>
              <a:t>В ходе выполнения проекта </a:t>
            </a:r>
            <a:r>
              <a:rPr lang="ru-RU" sz="2000" dirty="0" smtClean="0"/>
              <a:t>было разработано </a:t>
            </a:r>
            <a:r>
              <a:rPr lang="ru-RU" sz="2000" dirty="0" err="1"/>
              <a:t>desktop</a:t>
            </a:r>
            <a:r>
              <a:rPr lang="ru-RU" sz="2000" dirty="0"/>
              <a:t>-приложение «</a:t>
            </a:r>
            <a:r>
              <a:rPr lang="ru-RU" sz="2000" dirty="0" err="1"/>
              <a:t>TravelPack</a:t>
            </a:r>
            <a:r>
              <a:rPr lang="ru-RU" sz="2000" dirty="0"/>
              <a:t> — Чек-лист для путешествий», предназначенное для организации и хранения списков вещей перед </a:t>
            </a:r>
            <a:r>
              <a:rPr lang="ru-RU" sz="2000" dirty="0" smtClean="0"/>
              <a:t>поездками</a:t>
            </a:r>
            <a:r>
              <a:rPr lang="ru-RU" sz="2000" dirty="0"/>
              <a:t>.</a:t>
            </a:r>
          </a:p>
          <a:p>
            <a:pPr algn="ctr">
              <a:lnSpc>
                <a:spcPct val="100000"/>
              </a:lnSpc>
            </a:pPr>
            <a:r>
              <a:rPr lang="ru-RU" sz="2000" dirty="0"/>
              <a:t>В приложении реализованы основные функции для удобного управления чек-листами: использование готовых шаблонов, добавление и удаление категорий и вещей, отметка собранных предметов, сохранение пользовательских данных и экспорт списка в файл</a:t>
            </a:r>
            <a:r>
              <a:rPr lang="ru-RU" sz="2000" dirty="0" smtClean="0"/>
              <a:t>.</a:t>
            </a:r>
            <a:endParaRPr lang="ru-RU" sz="2000" dirty="0"/>
          </a:p>
          <a:p>
            <a:pPr algn="ctr">
              <a:lnSpc>
                <a:spcPct val="100000"/>
              </a:lnSpc>
            </a:pPr>
            <a:r>
              <a:rPr lang="ru-RU" sz="2000" dirty="0"/>
              <a:t>Разработанный интерфейс обеспечивает удобную работу пользователя с приложением, а использование формата JSON позволяет хранить данные в структурированном виде</a:t>
            </a:r>
            <a:r>
              <a:rPr lang="ru-RU" sz="2000" dirty="0" smtClean="0"/>
              <a:t>.</a:t>
            </a:r>
            <a:endParaRPr lang="ru-RU" sz="2000" dirty="0"/>
          </a:p>
          <a:p>
            <a:pPr algn="ctr">
              <a:lnSpc>
                <a:spcPct val="100000"/>
              </a:lnSpc>
            </a:pPr>
            <a:r>
              <a:rPr lang="ru-RU" sz="2000" dirty="0"/>
              <a:t>Созданное приложение упрощает подготовку к путешествиям, помогает систематизировать необходимые вещи и уменьшает вероятность забыть важные предметы перед поездкой.</a:t>
            </a:r>
            <a:endParaRPr lang="ko-KR" altLang="en-US" sz="1200" dirty="0">
              <a:solidFill>
                <a:schemeClr val="tx1"/>
              </a:solidFill>
            </a:endParaRPr>
          </a:p>
        </p:txBody>
      </p:sp>
    </p:spTree>
    <p:extLst>
      <p:ext uri="{BB962C8B-B14F-4D97-AF65-F5344CB8AC3E}">
        <p14:creationId xmlns:p14="http://schemas.microsoft.com/office/powerpoint/2010/main" val="13333968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B186C1-DA15-44A8-900C-4BB714BED707}"/>
              </a:ext>
            </a:extLst>
          </p:cNvPr>
          <p:cNvSpPr txBox="1"/>
          <p:nvPr userDrawn="1"/>
        </p:nvSpPr>
        <p:spPr>
          <a:xfrm>
            <a:off x="6675173" y="2195742"/>
            <a:ext cx="4547451" cy="1938992"/>
          </a:xfrm>
          <a:prstGeom prst="rect">
            <a:avLst/>
          </a:prstGeom>
          <a:noFill/>
        </p:spPr>
        <p:txBody>
          <a:bodyPr wrap="square" rtlCol="0" anchor="ctr" anchorCtr="0">
            <a:spAutoFit/>
          </a:bodyPr>
          <a:lstStyle>
            <a:defPPr>
              <a:defRPr lang="ko-KR"/>
            </a:defPPr>
            <a:lvl1pPr>
              <a:defRPr sz="4000" b="1">
                <a:latin typeface="+mj-lt"/>
                <a:cs typeface="Arial" panose="020B0604020202020204" pitchFamily="34" charset="0"/>
              </a:defRPr>
            </a:lvl1pPr>
          </a:lstStyle>
          <a:p>
            <a:pPr algn="ctr"/>
            <a:r>
              <a:rPr lang="ru-RU" altLang="ko-KR" sz="6000" b="0" dirty="0" smtClean="0">
                <a:solidFill>
                  <a:schemeClr val="tx1"/>
                </a:solidFill>
              </a:rPr>
              <a:t>Спасибо за внимание</a:t>
            </a:r>
            <a:r>
              <a:rPr lang="en-US" altLang="ko-KR" sz="6000" b="0" dirty="0" smtClean="0">
                <a:solidFill>
                  <a:schemeClr val="tx1"/>
                </a:solidFill>
              </a:rPr>
              <a:t> </a:t>
            </a:r>
            <a:r>
              <a:rPr lang="en-US" altLang="ko-KR" sz="6000" b="0" dirty="0">
                <a:solidFill>
                  <a:schemeClr val="tx1"/>
                </a:solidFill>
              </a:rPr>
              <a:t>!</a:t>
            </a:r>
          </a:p>
        </p:txBody>
      </p:sp>
    </p:spTree>
    <p:extLst>
      <p:ext uri="{BB962C8B-B14F-4D97-AF65-F5344CB8AC3E}">
        <p14:creationId xmlns:p14="http://schemas.microsoft.com/office/powerpoint/2010/main" val="1907620479"/>
      </p:ext>
    </p:extLst>
  </p:cSld>
  <p:clrMapOvr>
    <a:masterClrMapping/>
  </p:clrMapOvr>
</p:sld>
</file>

<file path=ppt/theme/theme1.xml><?xml version="1.0" encoding="utf-8"?>
<a:theme xmlns:a="http://schemas.openxmlformats.org/drawingml/2006/main" name="PPTMON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ourgette - Montserrat Light">
      <a:majorFont>
        <a:latin typeface="Courgette"/>
        <a:ea typeface="Arial Unicode MS"/>
        <a:cs typeface=""/>
      </a:majorFont>
      <a:minorFont>
        <a:latin typeface="Montserrat Light"/>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00B7D5"/>
        </a:solidFill>
        <a:ln w="3175" cap="flat">
          <a:noFill/>
          <a:prstDash val="solid"/>
          <a:miter/>
        </a:ln>
      </a:spPr>
      <a:bodyPr rtlCol="0" anchor="ctr" anchorCtr="0"/>
      <a:lstStyle>
        <a:defPPr algn="ctr">
          <a:defRPr sz="2000" dirty="0">
            <a:solidFill>
              <a:schemeClr val="bg1"/>
            </a:solidFill>
            <a:latin typeface="+mj-lt"/>
          </a:defRPr>
        </a:defPPr>
      </a:lstStyle>
    </a:spDef>
    <a:lnDef>
      <a:spPr>
        <a:solidFill>
          <a:schemeClr val="bg1">
            <a:alpha val="50000"/>
          </a:schemeClr>
        </a:solidFill>
        <a:ln w="3175" cap="flat">
          <a:solidFill>
            <a:schemeClr val="bg1"/>
          </a:solidFill>
          <a:prstDash val="solid"/>
          <a:miter/>
        </a:ln>
      </a:spPr>
      <a:bodyPr/>
      <a:lst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3472</TotalTime>
  <Words>900</Words>
  <Application>Microsoft Office PowerPoint</Application>
  <PresentationFormat>Широкоэкранный</PresentationFormat>
  <Paragraphs>96</Paragraphs>
  <Slides>18</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18</vt:i4>
      </vt:variant>
    </vt:vector>
  </HeadingPairs>
  <TitlesOfParts>
    <vt:vector size="25" baseType="lpstr">
      <vt:lpstr>Arial Unicode MS</vt:lpstr>
      <vt:lpstr>Courgette</vt:lpstr>
      <vt:lpstr>DM Serif Display</vt:lpstr>
      <vt:lpstr>Arial</vt:lpstr>
      <vt:lpstr>Malgun Gothic</vt:lpstr>
      <vt:lpstr>Montserrat Light</vt:lpstr>
      <vt:lpstr>PPTMON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5</dc:creator>
  <cp:lastModifiedBy>Home</cp:lastModifiedBy>
  <cp:revision>332</cp:revision>
  <dcterms:created xsi:type="dcterms:W3CDTF">2019-04-06T05:20:47Z</dcterms:created>
  <dcterms:modified xsi:type="dcterms:W3CDTF">2026-05-28T05:11:47Z</dcterms:modified>
</cp:coreProperties>
</file>